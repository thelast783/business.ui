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4" r:id="rId2"/>
    <p:sldMasterId id="2147483699" r:id="rId3"/>
    <p:sldMasterId id="2147483713" r:id="rId4"/>
  </p:sldMasterIdLst>
  <p:notesMasterIdLst>
    <p:notesMasterId r:id="rId11"/>
  </p:notesMasterIdLst>
  <p:sldIdLst>
    <p:sldId id="820" r:id="rId5"/>
    <p:sldId id="2857" r:id="rId6"/>
    <p:sldId id="1906872563" r:id="rId7"/>
    <p:sldId id="1906872569" r:id="rId8"/>
    <p:sldId id="1906872572"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5E361-6728-4564-925F-CDEB010D9221}" v="1" dt="2026-08-12T11:52:41.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umit" userId="1897bf9b-0dd3-4194-b659-65bd26db6033" providerId="ADAL" clId="{5772E9CC-A2D7-4A18-9F3D-98CD1ADE6210}"/>
    <pc:docChg chg="undo custSel addSld delSld modSld modMainMaster">
      <pc:chgData name="Gupta, Sumit" userId="1897bf9b-0dd3-4194-b659-65bd26db6033" providerId="ADAL" clId="{5772E9CC-A2D7-4A18-9F3D-98CD1ADE6210}" dt="2026-08-12T11:52:43.731" v="19" actId="47"/>
      <pc:docMkLst>
        <pc:docMk/>
      </pc:docMkLst>
      <pc:sldChg chg="add">
        <pc:chgData name="Gupta, Sumit" userId="1897bf9b-0dd3-4194-b659-65bd26db6033" providerId="ADAL" clId="{5772E9CC-A2D7-4A18-9F3D-98CD1ADE6210}" dt="2026-08-12T11:52:41.597" v="18"/>
        <pc:sldMkLst>
          <pc:docMk/>
          <pc:sldMk cId="4229161518" sldId="820"/>
        </pc:sldMkLst>
      </pc:sldChg>
      <pc:sldChg chg="del">
        <pc:chgData name="Gupta, Sumit" userId="1897bf9b-0dd3-4194-b659-65bd26db6033" providerId="ADAL" clId="{5772E9CC-A2D7-4A18-9F3D-98CD1ADE6210}" dt="2026-08-12T11:52:43.731" v="19" actId="47"/>
        <pc:sldMkLst>
          <pc:docMk/>
          <pc:sldMk cId="1508494297" sldId="945"/>
        </pc:sldMkLst>
      </pc:sldChg>
      <pc:sldChg chg="add">
        <pc:chgData name="Gupta, Sumit" userId="1897bf9b-0dd3-4194-b659-65bd26db6033" providerId="ADAL" clId="{5772E9CC-A2D7-4A18-9F3D-98CD1ADE6210}" dt="2026-07-24T04:48:05.146" v="0"/>
        <pc:sldMkLst>
          <pc:docMk/>
          <pc:sldMk cId="2959471642" sldId="2857"/>
        </pc:sldMkLst>
      </pc:sldChg>
      <pc:sldChg chg="add">
        <pc:chgData name="Gupta, Sumit" userId="1897bf9b-0dd3-4194-b659-65bd26db6033" providerId="ADAL" clId="{5772E9CC-A2D7-4A18-9F3D-98CD1ADE6210}" dt="2026-07-24T04:48:05.146" v="0"/>
        <pc:sldMkLst>
          <pc:docMk/>
          <pc:sldMk cId="280955698" sldId="2870"/>
        </pc:sldMkLst>
      </pc:sldChg>
      <pc:sldChg chg="add">
        <pc:chgData name="Gupta, Sumit" userId="1897bf9b-0dd3-4194-b659-65bd26db6033" providerId="ADAL" clId="{5772E9CC-A2D7-4A18-9F3D-98CD1ADE6210}" dt="2026-07-24T04:48:05.146" v="0"/>
        <pc:sldMkLst>
          <pc:docMk/>
          <pc:sldMk cId="969716135" sldId="1906872563"/>
        </pc:sldMkLst>
      </pc:sldChg>
      <pc:sldChg chg="delSp modSp add mod">
        <pc:chgData name="Gupta, Sumit" userId="1897bf9b-0dd3-4194-b659-65bd26db6033" providerId="ADAL" clId="{5772E9CC-A2D7-4A18-9F3D-98CD1ADE6210}" dt="2026-07-24T04:48:25.970" v="2" actId="20577"/>
        <pc:sldMkLst>
          <pc:docMk/>
          <pc:sldMk cId="2205980423" sldId="1906872569"/>
        </pc:sldMkLst>
        <pc:spChg chg="mod">
          <ac:chgData name="Gupta, Sumit" userId="1897bf9b-0dd3-4194-b659-65bd26db6033" providerId="ADAL" clId="{5772E9CC-A2D7-4A18-9F3D-98CD1ADE6210}" dt="2026-07-24T04:48:25.970" v="2" actId="20577"/>
          <ac:spMkLst>
            <pc:docMk/>
            <pc:sldMk cId="2205980423" sldId="1906872569"/>
            <ac:spMk id="4" creationId="{00000000-0000-0000-0000-000000000000}"/>
          </ac:spMkLst>
        </pc:spChg>
      </pc:sldChg>
      <pc:sldChg chg="modSp add mod">
        <pc:chgData name="Gupta, Sumit" userId="1897bf9b-0dd3-4194-b659-65bd26db6033" providerId="ADAL" clId="{5772E9CC-A2D7-4A18-9F3D-98CD1ADE6210}" dt="2026-07-24T04:48:43.369" v="7" actId="20577"/>
        <pc:sldMkLst>
          <pc:docMk/>
          <pc:sldMk cId="3845603560" sldId="1906872570"/>
        </pc:sldMkLst>
        <pc:spChg chg="mod">
          <ac:chgData name="Gupta, Sumit" userId="1897bf9b-0dd3-4194-b659-65bd26db6033" providerId="ADAL" clId="{5772E9CC-A2D7-4A18-9F3D-98CD1ADE6210}" dt="2026-07-24T04:48:43.369" v="7" actId="20577"/>
          <ac:spMkLst>
            <pc:docMk/>
            <pc:sldMk cId="3845603560" sldId="1906872570"/>
            <ac:spMk id="4" creationId="{00000000-0000-0000-0000-000000000000}"/>
          </ac:spMkLst>
        </pc:spChg>
      </pc:sldChg>
      <pc:sldMasterChg chg="delSldLayout modSldLayout">
        <pc:chgData name="Gupta, Sumit" userId="1897bf9b-0dd3-4194-b659-65bd26db6033" providerId="ADAL" clId="{5772E9CC-A2D7-4A18-9F3D-98CD1ADE6210}" dt="2026-07-24T04:49:43.724" v="17"/>
        <pc:sldMasterMkLst>
          <pc:docMk/>
          <pc:sldMasterMk cId="3154538439" sldId="2147483660"/>
        </pc:sldMasterMkLst>
        <pc:sldLayoutChg chg="modSp">
          <pc:chgData name="Gupta, Sumit" userId="1897bf9b-0dd3-4194-b659-65bd26db6033" providerId="ADAL" clId="{5772E9CC-A2D7-4A18-9F3D-98CD1ADE6210}" dt="2026-07-24T04:49:43.724" v="17"/>
          <pc:sldLayoutMkLst>
            <pc:docMk/>
            <pc:sldMasterMk cId="3154538439" sldId="2147483660"/>
            <pc:sldLayoutMk cId="2368417819" sldId="2147483662"/>
          </pc:sldLayoutMkLst>
          <pc:spChg chg="mod">
            <ac:chgData name="Gupta, Sumit" userId="1897bf9b-0dd3-4194-b659-65bd26db6033" providerId="ADAL" clId="{5772E9CC-A2D7-4A18-9F3D-98CD1ADE6210}" dt="2026-07-24T04:49:43.724" v="17"/>
            <ac:spMkLst>
              <pc:docMk/>
              <pc:sldMasterMk cId="3154538439" sldId="2147483660"/>
              <pc:sldLayoutMk cId="2368417819" sldId="2147483662"/>
              <ac:spMk id="3" creationId="{1BFF566D-EEFC-0454-54B0-66CBAB8DA700}"/>
            </ac:spMkLst>
          </pc:spChg>
        </pc:sldLayoutChg>
        <pc:sldLayoutChg chg="addSp delSp modSp mod">
          <pc:chgData name="Gupta, Sumit" userId="1897bf9b-0dd3-4194-b659-65bd26db6033" providerId="ADAL" clId="{5772E9CC-A2D7-4A18-9F3D-98CD1ADE6210}" dt="2026-07-24T04:49:43.724" v="17"/>
          <pc:sldLayoutMkLst>
            <pc:docMk/>
            <pc:sldMasterMk cId="3154538439" sldId="2147483660"/>
            <pc:sldLayoutMk cId="726607555" sldId="2147483673"/>
          </pc:sldLayoutMkLst>
          <pc:spChg chg="mod">
            <ac:chgData name="Gupta, Sumit" userId="1897bf9b-0dd3-4194-b659-65bd26db6033" providerId="ADAL" clId="{5772E9CC-A2D7-4A18-9F3D-98CD1ADE6210}" dt="2026-07-24T04:49:43.724" v="17"/>
            <ac:spMkLst>
              <pc:docMk/>
              <pc:sldMasterMk cId="3154538439" sldId="2147483660"/>
              <pc:sldLayoutMk cId="726607555" sldId="2147483673"/>
              <ac:spMk id="2" creationId="{8F090878-FDCB-E32E-7E4D-4A1D113FA508}"/>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smtClean="0"/>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F681651-9904-804F-8355-78350773C1A7}"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77"/>
              <a:ea typeface="+mn-ea"/>
              <a:cs typeface="+mn-cs"/>
            </a:endParaRPr>
          </a:p>
        </p:txBody>
      </p:sp>
    </p:spTree>
    <p:extLst>
      <p:ext uri="{BB962C8B-B14F-4D97-AF65-F5344CB8AC3E}">
        <p14:creationId xmlns:p14="http://schemas.microsoft.com/office/powerpoint/2010/main" val="9112634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accenture" descr="accenture logo">
            <a:extLst>
              <a:ext uri="{FF2B5EF4-FFF2-40B4-BE49-F238E27FC236}">
                <a16:creationId xmlns:a16="http://schemas.microsoft.com/office/drawing/2014/main" id="{AC43ACC0-AD60-BDF4-2F68-94D9A9F04C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7605" y="757711"/>
            <a:ext cx="1243822" cy="353083"/>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873001" y="3010442"/>
            <a:ext cx="6793920" cy="1329595"/>
          </a:xfrm>
          <a:prstGeom prst="rect">
            <a:avLst/>
          </a:prstGeom>
        </p:spPr>
        <p:txBody>
          <a:bodyPr anchor="b">
            <a:spAutoFit/>
          </a:bodyPr>
          <a:lstStyle>
            <a:lvl1pPr algn="l">
              <a:lnSpc>
                <a:spcPct val="90000"/>
              </a:lnSpc>
              <a:defRPr sz="4800" b="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890622" y="4464059"/>
            <a:ext cx="6793920" cy="1092846"/>
          </a:xfrm>
          <a:prstGeom prst="rect">
            <a:avLst/>
          </a:prstGeom>
        </p:spPr>
        <p:txBody>
          <a:bodyPr/>
          <a:lstStyle>
            <a:lvl1pPr marL="0" indent="0" algn="l">
              <a:lnSpc>
                <a:spcPct val="90000"/>
              </a:lnSpc>
              <a:spcAft>
                <a:spcPts val="0"/>
              </a:spcAft>
              <a:buNone/>
              <a:defRPr sz="192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681528" y="6124064"/>
            <a:ext cx="1832894" cy="196977"/>
          </a:xfrm>
          <a:prstGeom prst="rect">
            <a:avLst/>
          </a:prstGeom>
        </p:spPr>
        <p:txBody>
          <a:bodyPr wrap="square">
            <a:spAutoFit/>
          </a:bodyPr>
          <a:lstStyle>
            <a:lvl1pPr marL="0" indent="0" algn="r" defTabSz="731500" rtl="0" eaLnBrk="1" latinLnBrk="0" hangingPunct="1">
              <a:spcAft>
                <a:spcPts val="0"/>
              </a:spcAft>
              <a:buNone/>
              <a:defRPr lang="en-US" sz="1280" b="0" i="0" kern="1200" dirty="0">
                <a:solidFill>
                  <a:schemeClr val="tx1"/>
                </a:solidFill>
                <a:latin typeface="+mj-lt"/>
                <a:ea typeface="+mn-ea"/>
                <a:cs typeface="+mn-cs"/>
              </a:defRPr>
            </a:lvl1pPr>
            <a:lvl2pPr marL="0" algn="l" defTabSz="731500" rtl="0" eaLnBrk="1" latinLnBrk="0" hangingPunct="1">
              <a:spcAft>
                <a:spcPts val="0"/>
              </a:spcAft>
              <a:defRPr lang="en-US" sz="1120" b="0" kern="1200" dirty="0" smtClean="0">
                <a:solidFill>
                  <a:schemeClr val="tx1"/>
                </a:solidFill>
                <a:latin typeface="+mn-lt"/>
                <a:ea typeface="+mn-ea"/>
                <a:cs typeface="+mn-cs"/>
              </a:defRPr>
            </a:lvl2pPr>
            <a:lvl3pPr marL="0" algn="l" defTabSz="731500" rtl="0" eaLnBrk="1" latinLnBrk="0" hangingPunct="1">
              <a:spcAft>
                <a:spcPts val="0"/>
              </a:spcAft>
              <a:defRPr lang="en-US" sz="1120" b="0" kern="1200" dirty="0" smtClean="0">
                <a:solidFill>
                  <a:schemeClr val="tx1"/>
                </a:solidFill>
                <a:latin typeface="+mn-lt"/>
                <a:ea typeface="+mn-ea"/>
                <a:cs typeface="+mn-cs"/>
              </a:defRPr>
            </a:lvl3pPr>
            <a:lvl4pPr marL="0" algn="l" defTabSz="731500" rtl="0" eaLnBrk="1" latinLnBrk="0" hangingPunct="1">
              <a:spcAft>
                <a:spcPts val="0"/>
              </a:spcAft>
              <a:defRPr lang="en-US" sz="1120" b="0" kern="1200" dirty="0" smtClean="0">
                <a:solidFill>
                  <a:schemeClr val="tx1"/>
                </a:solidFill>
                <a:latin typeface="+mn-lt"/>
                <a:ea typeface="+mn-ea"/>
                <a:cs typeface="+mn-cs"/>
              </a:defRPr>
            </a:lvl4pPr>
            <a:lvl5pPr marL="0" algn="l" defTabSz="731500" rtl="0" eaLnBrk="1" latinLnBrk="0" hangingPunct="1">
              <a:spcAft>
                <a:spcPts val="0"/>
              </a:spcAft>
              <a:defRPr lang="en-US" sz="112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39800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7" y="3"/>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7529" bIns="97529" rtlCol="0" anchor="ctr"/>
          <a:lstStyle/>
          <a:p>
            <a:pPr algn="ctr"/>
            <a:endParaRPr lang="en-US" sz="1919"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37455" y="572600"/>
            <a:ext cx="6757704" cy="433324"/>
          </a:xfrm>
        </p:spPr>
        <p:txBody>
          <a:bodyPr/>
          <a:lstStyle>
            <a:lvl1pPr>
              <a:defRPr sz="3520"/>
            </a:lvl1pPr>
          </a:lstStyle>
          <a:p>
            <a:r>
              <a:rPr lang="en-US"/>
              <a:t>Click to edit Master title style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9" y="2209172"/>
            <a:ext cx="6757703" cy="734934"/>
          </a:xfrm>
          <a:prstGeom prst="rect">
            <a:avLst/>
          </a:prstGeom>
        </p:spPr>
        <p:txBody>
          <a:bodyPr/>
          <a:lstStyle>
            <a:lvl1pPr>
              <a:defRPr lang="en-US" sz="1440" b="0" kern="1200" dirty="0" smtClean="0">
                <a:solidFill>
                  <a:schemeClr val="tx1"/>
                </a:solidFill>
                <a:latin typeface="+mn-lt"/>
                <a:ea typeface="+mn-ea"/>
                <a:cs typeface="+mn-cs"/>
              </a:defRPr>
            </a:lvl1pPr>
            <a:lvl2pPr>
              <a:defRPr lang="en-US" sz="112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9" y="1403018"/>
            <a:ext cx="6757703" cy="465875"/>
          </a:xfrm>
          <a:prstGeom prst="rect">
            <a:avLst/>
          </a:prstGeom>
        </p:spPr>
        <p:txBody>
          <a:bodyPr anchor="t"/>
          <a:lstStyle>
            <a:lvl1pPr marL="0" indent="0">
              <a:lnSpc>
                <a:spcPct val="90000"/>
              </a:lnSpc>
              <a:spcAft>
                <a:spcPts val="0"/>
              </a:spcAft>
              <a:buNone/>
              <a:defRPr sz="1920" b="0" i="0">
                <a:solidFill>
                  <a:schemeClr val="bg2"/>
                </a:solidFill>
                <a:latin typeface="+mn-lt"/>
              </a:defRPr>
            </a:lvl1pPr>
            <a:lvl2pPr marL="365752" indent="0">
              <a:buNone/>
              <a:defRPr sz="1600" b="1"/>
            </a:lvl2pPr>
            <a:lvl3pPr marL="731500" indent="0">
              <a:buNone/>
              <a:defRPr sz="1440" b="1"/>
            </a:lvl3pPr>
            <a:lvl4pPr marL="1097249" indent="0">
              <a:buNone/>
              <a:defRPr sz="1280" b="1"/>
            </a:lvl4pPr>
            <a:lvl5pPr marL="1462999" indent="0">
              <a:buNone/>
              <a:defRPr sz="1280" b="1"/>
            </a:lvl5pPr>
            <a:lvl6pPr marL="1828749" indent="0">
              <a:buNone/>
              <a:defRPr sz="1280" b="1"/>
            </a:lvl6pPr>
            <a:lvl7pPr marL="2194498" indent="0">
              <a:buNone/>
              <a:defRPr sz="1280" b="1"/>
            </a:lvl7pPr>
            <a:lvl8pPr marL="2560249" indent="0">
              <a:buNone/>
              <a:defRPr sz="1280" b="1"/>
            </a:lvl8pPr>
            <a:lvl9pPr marL="2925999" indent="0">
              <a:buNone/>
              <a:defRPr sz="128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495177" y="6442170"/>
            <a:ext cx="1934825"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r>
              <a:rPr lang="en-US" sz="640" dirty="0">
                <a:solidFill>
                  <a:schemeClr val="bg1">
                    <a:lumMod val="85000"/>
                    <a:alpha val="75000"/>
                  </a:schemeClr>
                </a:solidFill>
                <a:latin typeface="Graphik" panose="020B0503030202060203" pitchFamily="34" charset="77"/>
              </a:rPr>
              <a:t>Copyright © 2026 Accenture. All rights reserved.</a:t>
            </a:r>
            <a:endParaRPr lang="en-US" sz="108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714824" y="6442170"/>
            <a:ext cx="96180"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fld id="{8A1971D9-5B62-3C46-9EC9-FDAAB88557B2}" type="slidenum">
              <a:rPr lang="en-GB" sz="640" smtClean="0">
                <a:solidFill>
                  <a:schemeClr val="bg1">
                    <a:lumMod val="85000"/>
                    <a:alpha val="75000"/>
                  </a:schemeClr>
                </a:solidFill>
                <a:latin typeface="+mj-lt"/>
              </a:rPr>
              <a:pPr marL="0" marR="0" lvl="0" indent="0" algn="r" defTabSz="182874" rtl="0" eaLnBrk="1" fontAlgn="auto" latinLnBrk="0" hangingPunct="1">
                <a:lnSpc>
                  <a:spcPct val="100000"/>
                </a:lnSpc>
                <a:spcBef>
                  <a:spcPts val="0"/>
                </a:spcBef>
                <a:spcAft>
                  <a:spcPts val="960"/>
                </a:spcAft>
                <a:buClrTx/>
                <a:buSzTx/>
                <a:buFontTx/>
                <a:buNone/>
                <a:tabLst/>
                <a:defRPr/>
              </a:pPr>
              <a:t>‹#›</a:t>
            </a:fld>
            <a:endParaRPr lang="en-US" sz="1081" noProof="0">
              <a:solidFill>
                <a:schemeClr val="bg1">
                  <a:lumMod val="85000"/>
                  <a:alpha val="75000"/>
                </a:schemeClr>
              </a:solidFill>
              <a:latin typeface="+mj-lt"/>
            </a:endParaRPr>
          </a:p>
        </p:txBody>
      </p:sp>
    </p:spTree>
    <p:extLst>
      <p:ext uri="{BB962C8B-B14F-4D97-AF65-F5344CB8AC3E}">
        <p14:creationId xmlns:p14="http://schemas.microsoft.com/office/powerpoint/2010/main" val="2368417819"/>
      </p:ext>
    </p:extLst>
  </p:cSld>
  <p:clrMapOvr>
    <a:masterClrMapping/>
  </p:clrMapOvr>
  <p:extLst>
    <p:ext uri="{DCECCB84-F9BA-43D5-87BE-67443E8EF086}">
      <p15:sldGuideLst xmlns:p15="http://schemas.microsoft.com/office/powerpoint/2012/main">
        <p15:guide id="1" orient="horz" pos="377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mplex 1 - Light mod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13879"/>
            <a:ext cx="12203108" cy="6857999"/>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95652" y="2335980"/>
            <a:ext cx="4850670" cy="2393347"/>
          </a:xfrm>
          <a:prstGeom prst="rect">
            <a:avLst/>
          </a:prstGeom>
        </p:spPr>
        <p:txBody>
          <a:bodyPr anchor="b"/>
          <a:lstStyle>
            <a:lvl1pPr algn="l">
              <a:lnSpc>
                <a:spcPct val="90000"/>
              </a:lnSpc>
              <a:defRPr sz="576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595656" y="4880705"/>
            <a:ext cx="4850672"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2205173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Complex 1 - Ligh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0"/>
            <a:ext cx="6074968" cy="6871878"/>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395567" y="3750135"/>
            <a:ext cx="3872092" cy="1108252"/>
          </a:xfrm>
          <a:prstGeom prst="rect">
            <a:avLst/>
          </a:prstGeom>
        </p:spPr>
        <p:txBody>
          <a:bodyPr anchor="b"/>
          <a:lstStyle>
            <a:lvl1pPr algn="l">
              <a:lnSpc>
                <a:spcPct val="90000"/>
              </a:lnSpc>
              <a:defRPr sz="4001"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395566" y="5092433"/>
            <a:ext cx="3872100"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cxnSp>
        <p:nvCxnSpPr>
          <p:cNvPr id="18" name="Straight Connector 17">
            <a:extLst>
              <a:ext uri="{FF2B5EF4-FFF2-40B4-BE49-F238E27FC236}">
                <a16:creationId xmlns:a16="http://schemas.microsoft.com/office/drawing/2014/main" id="{ADAC0B31-54E2-8C2A-B25C-0569D02C30D8}"/>
              </a:ext>
            </a:extLst>
          </p:cNvPr>
          <p:cNvCxnSpPr>
            <a:cxnSpLocks/>
          </p:cNvCxnSpPr>
          <p:nvPr userDrawn="1"/>
        </p:nvCxnSpPr>
        <p:spPr>
          <a:xfrm flipV="1">
            <a:off x="12030688" y="3"/>
            <a:ext cx="0" cy="68656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C0719-4C3D-0203-D62D-760E4FAE139B}"/>
              </a:ext>
            </a:extLst>
          </p:cNvPr>
          <p:cNvSpPr/>
          <p:nvPr userDrawn="1"/>
        </p:nvSpPr>
        <p:spPr>
          <a:xfrm>
            <a:off x="10493837" y="4"/>
            <a:ext cx="1698166" cy="687119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10" name="Graphic 17">
            <a:extLst>
              <a:ext uri="{FF2B5EF4-FFF2-40B4-BE49-F238E27FC236}">
                <a16:creationId xmlns:a16="http://schemas.microsoft.com/office/drawing/2014/main" id="{E3871E5A-E0C3-B128-FC59-BD11547FEA55}"/>
              </a:ext>
            </a:extLst>
          </p:cNvPr>
          <p:cNvSpPr/>
          <p:nvPr userDrawn="1"/>
        </p:nvSpPr>
        <p:spPr>
          <a:xfrm>
            <a:off x="11005750" y="5422430"/>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735309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Complex 1 - Light mode Complex">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FC0719-4C3D-0203-D62D-760E4FAE139B}"/>
              </a:ext>
            </a:extLst>
          </p:cNvPr>
          <p:cNvSpPr/>
          <p:nvPr userDrawn="1"/>
        </p:nvSpPr>
        <p:spPr>
          <a:xfrm>
            <a:off x="9927452" y="2976340"/>
            <a:ext cx="2264549" cy="389485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2976341"/>
            <a:ext cx="6772251" cy="3894854"/>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419750"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11686" y="3954223"/>
            <a:ext cx="2264549" cy="2305712"/>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4" name="Graphic 17">
            <a:extLst>
              <a:ext uri="{FF2B5EF4-FFF2-40B4-BE49-F238E27FC236}">
                <a16:creationId xmlns:a16="http://schemas.microsoft.com/office/drawing/2014/main" id="{004BC2F2-E3DC-5CB3-0900-931F6D847B7E}"/>
              </a:ext>
            </a:extLst>
          </p:cNvPr>
          <p:cNvSpPr/>
          <p:nvPr userDrawn="1"/>
        </p:nvSpPr>
        <p:spPr>
          <a:xfrm>
            <a:off x="10787697" y="4602862"/>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2099914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1754"/>
            <a:ext cx="6235504" cy="6858000"/>
          </a:xfrm>
          <a:solidFill>
            <a:schemeClr val="tx1">
              <a:lumMod val="95000"/>
            </a:schemeClr>
          </a:solidFill>
        </p:spPr>
        <p:txBody>
          <a:bodyPr/>
          <a:lstStyle/>
          <a:p>
            <a:endParaRPr lang="en-US"/>
          </a:p>
        </p:txBody>
      </p:sp>
      <p:pic>
        <p:nvPicPr>
          <p:cNvPr id="2" name="Picture 1">
            <a:extLst>
              <a:ext uri="{FF2B5EF4-FFF2-40B4-BE49-F238E27FC236}">
                <a16:creationId xmlns:a16="http://schemas.microsoft.com/office/drawing/2014/main" id="{B8358CE2-3010-CD39-B174-C1F97F920244}"/>
              </a:ext>
            </a:extLst>
          </p:cNvPr>
          <p:cNvPicPr>
            <a:picLocks noChangeAspect="1"/>
          </p:cNvPicPr>
          <p:nvPr userDrawn="1"/>
        </p:nvPicPr>
        <p:blipFill>
          <a:blip r:embed="rId2"/>
          <a:stretch>
            <a:fillRect/>
          </a:stretch>
        </p:blipFill>
        <p:spPr>
          <a:xfrm>
            <a:off x="6235506" y="3"/>
            <a:ext cx="4439498" cy="6858000"/>
          </a:xfrm>
          <a:prstGeom prst="rect">
            <a:avLst/>
          </a:prstGeom>
        </p:spPr>
      </p:pic>
      <p:sp>
        <p:nvSpPr>
          <p:cNvPr id="10" name="Graphic 17">
            <a:extLst>
              <a:ext uri="{FF2B5EF4-FFF2-40B4-BE49-F238E27FC236}">
                <a16:creationId xmlns:a16="http://schemas.microsoft.com/office/drawing/2014/main" id="{E3871E5A-E0C3-B128-FC59-BD11547FEA55}"/>
              </a:ext>
            </a:extLst>
          </p:cNvPr>
          <p:cNvSpPr/>
          <p:nvPr userDrawn="1"/>
        </p:nvSpPr>
        <p:spPr>
          <a:xfrm>
            <a:off x="11156826" y="5684823"/>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607817" y="3733230"/>
            <a:ext cx="3919968" cy="1108252"/>
          </a:xfrm>
          <a:prstGeom prst="rect">
            <a:avLst/>
          </a:prstGeom>
        </p:spPr>
        <p:txBody>
          <a:bodyPr anchor="b"/>
          <a:lstStyle>
            <a:lvl1pPr algn="l">
              <a:lnSpc>
                <a:spcPct val="90000"/>
              </a:lnSpc>
              <a:defRPr sz="4001"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607817" y="5065162"/>
            <a:ext cx="3919968" cy="136699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3777508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Complex">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A9A34-82D5-6262-D129-D306B6F55F87}"/>
              </a:ext>
            </a:extLst>
          </p:cNvPr>
          <p:cNvPicPr>
            <a:picLocks noChangeAspect="1"/>
          </p:cNvPicPr>
          <p:nvPr userDrawn="1"/>
        </p:nvPicPr>
        <p:blipFill>
          <a:blip r:embed="rId2"/>
          <a:stretch>
            <a:fillRect/>
          </a:stretch>
        </p:blipFill>
        <p:spPr>
          <a:xfrm>
            <a:off x="6640031" y="2976069"/>
            <a:ext cx="3298274" cy="3889624"/>
          </a:xfrm>
          <a:prstGeom prst="rect">
            <a:avLst/>
          </a:prstGeom>
        </p:spPr>
      </p:pic>
      <p:pic>
        <p:nvPicPr>
          <p:cNvPr id="2" name="Picture 1">
            <a:extLst>
              <a:ext uri="{FF2B5EF4-FFF2-40B4-BE49-F238E27FC236}">
                <a16:creationId xmlns:a16="http://schemas.microsoft.com/office/drawing/2014/main" id="{F475C44C-8B0B-A1AE-ABDF-0F7C1DE84439}"/>
              </a:ext>
            </a:extLst>
          </p:cNvPr>
          <p:cNvPicPr>
            <a:picLocks noChangeAspect="1"/>
          </p:cNvPicPr>
          <p:nvPr userDrawn="1"/>
        </p:nvPicPr>
        <p:blipFill>
          <a:blip r:embed="rId3"/>
          <a:stretch>
            <a:fillRect/>
          </a:stretch>
        </p:blipFill>
        <p:spPr>
          <a:xfrm>
            <a:off x="-11543" y="-4090"/>
            <a:ext cx="6782996" cy="2980159"/>
          </a:xfrm>
          <a:prstGeom prst="rect">
            <a:avLst/>
          </a:prstGeom>
        </p:spPr>
      </p:pic>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0" y="2976340"/>
            <a:ext cx="6761155" cy="3889353"/>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61156" y="-4090"/>
            <a:ext cx="5430845" cy="2980426"/>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1431359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Complex 1 - Gradient mode Complex">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764AF4-DC76-040F-7F3B-393C800CFFE6}"/>
              </a:ext>
            </a:extLst>
          </p:cNvPr>
          <p:cNvSpPr/>
          <p:nvPr userDrawn="1"/>
        </p:nvSpPr>
        <p:spPr>
          <a:xfrm>
            <a:off x="6730950" y="2976067"/>
            <a:ext cx="3207355" cy="3881932"/>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5" name="Rectangle 4">
            <a:extLst>
              <a:ext uri="{FF2B5EF4-FFF2-40B4-BE49-F238E27FC236}">
                <a16:creationId xmlns:a16="http://schemas.microsoft.com/office/drawing/2014/main" id="{BC813D5C-B200-03E1-0309-707A457AA933}"/>
              </a:ext>
            </a:extLst>
          </p:cNvPr>
          <p:cNvSpPr/>
          <p:nvPr userDrawn="1"/>
        </p:nvSpPr>
        <p:spPr>
          <a:xfrm>
            <a:off x="0" y="1"/>
            <a:ext cx="6771453" cy="297459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21034" y="2976341"/>
            <a:ext cx="6740122" cy="3875539"/>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398719"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2" name="Subtitle 2">
            <a:extLst>
              <a:ext uri="{FF2B5EF4-FFF2-40B4-BE49-F238E27FC236}">
                <a16:creationId xmlns:a16="http://schemas.microsoft.com/office/drawing/2014/main" id="{54F08984-5A5F-2074-4481-4456FF813168}"/>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486007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315164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91897332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8/16/2026</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1221929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850469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14867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86190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622114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314A7-305B-4E0B-96B7-5B0949118DB0}" type="datetimeFigureOut">
              <a:rPr lang="en-IN" smtClean="0"/>
              <a:t>16-08-2026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8923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314A7-305B-4E0B-96B7-5B0949118DB0}" type="datetimeFigureOut">
              <a:rPr lang="en-IN" smtClean="0"/>
              <a:t>16-08-2026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7473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16-08-2026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46746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8593588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158028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3321726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9684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dirty="0"/>
          </a:p>
        </p:txBody>
      </p:sp>
    </p:spTree>
    <p:extLst>
      <p:ext uri="{BB962C8B-B14F-4D97-AF65-F5344CB8AC3E}">
        <p14:creationId xmlns:p14="http://schemas.microsoft.com/office/powerpoint/2010/main" val="36262011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spTree>
    <p:extLst>
      <p:ext uri="{BB962C8B-B14F-4D97-AF65-F5344CB8AC3E}">
        <p14:creationId xmlns:p14="http://schemas.microsoft.com/office/powerpoint/2010/main" val="31627965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448920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690017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GB"/>
              <a:t>Click to edit Master title style</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348869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3400974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42597572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14456803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58184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GB"/>
              <a:t>Click icon to add picture</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3238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20805212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mj-lt"/>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04894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1939088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Tree>
    <p:extLst>
      <p:ext uri="{BB962C8B-B14F-4D97-AF65-F5344CB8AC3E}">
        <p14:creationId xmlns:p14="http://schemas.microsoft.com/office/powerpoint/2010/main" val="37650105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2607564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413554047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84454496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3304422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0225196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GB"/>
              <a:t>Click to edit Master title style</a:t>
            </a:r>
            <a:endParaRPr lang="en-US"/>
          </a:p>
        </p:txBody>
      </p:sp>
    </p:spTree>
    <p:extLst>
      <p:ext uri="{BB962C8B-B14F-4D97-AF65-F5344CB8AC3E}">
        <p14:creationId xmlns:p14="http://schemas.microsoft.com/office/powerpoint/2010/main" val="40995605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2976067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546719337"/>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4471621"/>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63652716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976679589"/>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en-GB"/>
              <a:t>Click to edit Master title style</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GB"/>
              <a:t>Click icon to add picture</a:t>
            </a:r>
            <a:endParaRPr lang="en-US"/>
          </a:p>
        </p:txBody>
      </p:sp>
    </p:spTree>
    <p:extLst>
      <p:ext uri="{BB962C8B-B14F-4D97-AF65-F5344CB8AC3E}">
        <p14:creationId xmlns:p14="http://schemas.microsoft.com/office/powerpoint/2010/main" val="544592518"/>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3041270541"/>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3626589434"/>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GB"/>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604467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GB"/>
              <a:t>Click to edit Master title style</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289597605"/>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GB"/>
              <a:t>Click to edit Master title style</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GB"/>
              <a:t>Click icon to add picture</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895925855"/>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GB"/>
              <a:t>Click to edit Master title style</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25582854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GB"/>
              <a:t>Click to edit Master title style</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892450881"/>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112322202"/>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91205097"/>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2272842032"/>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318418131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214552621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2500144931"/>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Graphik" panose="020B0503030202060203" pitchFamily="34" charset="77"/>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11438017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352469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3332419124"/>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GB"/>
              <a:t>Click to edit Master title style</a:t>
            </a:r>
            <a:endParaRPr lang="en-US"/>
          </a:p>
        </p:txBody>
      </p:sp>
    </p:spTree>
    <p:extLst>
      <p:ext uri="{BB962C8B-B14F-4D97-AF65-F5344CB8AC3E}">
        <p14:creationId xmlns:p14="http://schemas.microsoft.com/office/powerpoint/2010/main" val="255691144"/>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GB"/>
              <a:t>Click to edit Master title style</a:t>
            </a:r>
            <a:endParaRPr lang="en-US"/>
          </a:p>
        </p:txBody>
      </p:sp>
    </p:spTree>
    <p:extLst>
      <p:ext uri="{BB962C8B-B14F-4D97-AF65-F5344CB8AC3E}">
        <p14:creationId xmlns:p14="http://schemas.microsoft.com/office/powerpoint/2010/main" val="2083825050"/>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1035112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4781824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456325115"/>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5148558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GB"/>
              <a:t>Click to edit Master title style</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238254043"/>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751328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4208589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66821285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357141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210808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en-GB"/>
              <a:t>Click to edit Master title style</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39475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en-GB"/>
              <a:t>Click to edit Master title style</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628324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GB"/>
              <a:t>Click to edit Master title style</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872060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656919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953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2.xml"/><Relationship Id="rId4"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9" Type="http://schemas.openxmlformats.org/officeDocument/2006/relationships/slideLayout" Target="../slideLayouts/slideLayout65.xml"/><Relationship Id="rId21" Type="http://schemas.openxmlformats.org/officeDocument/2006/relationships/slideLayout" Target="../slideLayouts/slideLayout47.xml"/><Relationship Id="rId34" Type="http://schemas.openxmlformats.org/officeDocument/2006/relationships/slideLayout" Target="../slideLayouts/slideLayout60.xml"/><Relationship Id="rId42" Type="http://schemas.openxmlformats.org/officeDocument/2006/relationships/slideLayout" Target="../slideLayouts/slideLayout68.xml"/><Relationship Id="rId47" Type="http://schemas.openxmlformats.org/officeDocument/2006/relationships/slideLayout" Target="../slideLayouts/slideLayout73.xml"/><Relationship Id="rId50" Type="http://schemas.openxmlformats.org/officeDocument/2006/relationships/slideLayout" Target="../slideLayouts/slideLayout76.xml"/><Relationship Id="rId55" Type="http://schemas.openxmlformats.org/officeDocument/2006/relationships/slideLayout" Target="../slideLayouts/slideLayout81.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9" Type="http://schemas.openxmlformats.org/officeDocument/2006/relationships/slideLayout" Target="../slideLayouts/slideLayout55.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40" Type="http://schemas.openxmlformats.org/officeDocument/2006/relationships/slideLayout" Target="../slideLayouts/slideLayout66.xml"/><Relationship Id="rId45" Type="http://schemas.openxmlformats.org/officeDocument/2006/relationships/slideLayout" Target="../slideLayouts/slideLayout71.xml"/><Relationship Id="rId53" Type="http://schemas.openxmlformats.org/officeDocument/2006/relationships/slideLayout" Target="../slideLayouts/slideLayout79.xml"/><Relationship Id="rId58" Type="http://schemas.openxmlformats.org/officeDocument/2006/relationships/theme" Target="../theme/theme4.xml"/><Relationship Id="rId5" Type="http://schemas.openxmlformats.org/officeDocument/2006/relationships/slideLayout" Target="../slideLayouts/slideLayout31.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43" Type="http://schemas.openxmlformats.org/officeDocument/2006/relationships/slideLayout" Target="../slideLayouts/slideLayout69.xml"/><Relationship Id="rId48" Type="http://schemas.openxmlformats.org/officeDocument/2006/relationships/slideLayout" Target="../slideLayouts/slideLayout74.xml"/><Relationship Id="rId56" Type="http://schemas.openxmlformats.org/officeDocument/2006/relationships/slideLayout" Target="../slideLayouts/slideLayout82.xml"/><Relationship Id="rId8" Type="http://schemas.openxmlformats.org/officeDocument/2006/relationships/slideLayout" Target="../slideLayouts/slideLayout34.xml"/><Relationship Id="rId51" Type="http://schemas.openxmlformats.org/officeDocument/2006/relationships/slideLayout" Target="../slideLayouts/slideLayout77.xml"/><Relationship Id="rId3" Type="http://schemas.openxmlformats.org/officeDocument/2006/relationships/slideLayout" Target="../slideLayouts/slideLayout29.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46" Type="http://schemas.openxmlformats.org/officeDocument/2006/relationships/slideLayout" Target="../slideLayouts/slideLayout72.xml"/><Relationship Id="rId20" Type="http://schemas.openxmlformats.org/officeDocument/2006/relationships/slideLayout" Target="../slideLayouts/slideLayout46.xml"/><Relationship Id="rId41" Type="http://schemas.openxmlformats.org/officeDocument/2006/relationships/slideLayout" Target="../slideLayouts/slideLayout67.xml"/><Relationship Id="rId54" Type="http://schemas.openxmlformats.org/officeDocument/2006/relationships/slideLayout" Target="../slideLayouts/slideLayout80.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49" Type="http://schemas.openxmlformats.org/officeDocument/2006/relationships/slideLayout" Target="../slideLayouts/slideLayout75.xml"/><Relationship Id="rId57" Type="http://schemas.openxmlformats.org/officeDocument/2006/relationships/slideLayout" Target="../slideLayouts/slideLayout83.xml"/><Relationship Id="rId10" Type="http://schemas.openxmlformats.org/officeDocument/2006/relationships/slideLayout" Target="../slideLayouts/slideLayout36.xml"/><Relationship Id="rId31" Type="http://schemas.openxmlformats.org/officeDocument/2006/relationships/slideLayout" Target="../slideLayouts/slideLayout57.xml"/><Relationship Id="rId44" Type="http://schemas.openxmlformats.org/officeDocument/2006/relationships/slideLayout" Target="../slideLayouts/slideLayout70.xml"/><Relationship Id="rId52"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3" r:id="rId9"/>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16-08-2026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5666927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50000"/>
                    <a:lumOff val="50000"/>
                    <a:alpha val="75000"/>
                  </a:schemeClr>
                </a:solidFill>
                <a:latin typeface="Graphik" panose="020B0503030202060203" pitchFamily="34" charset="77"/>
              </a:rPr>
              <a:t>Copyright © 2025 Accenture. All rights reserved.</a:t>
            </a:r>
            <a:endParaRPr lang="en-US" sz="1351" noProof="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621294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2.xml"/><Relationship Id="rId4" Type="http://schemas.openxmlformats.org/officeDocument/2006/relationships/image" Target="../media/image19.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F81C1D7-25E7-2AEA-5B9C-B4934B416F14}"/>
              </a:ext>
            </a:extLst>
          </p:cNvPr>
          <p:cNvPicPr>
            <a:picLocks noChangeAspect="1"/>
          </p:cNvPicPr>
          <p:nvPr/>
        </p:nvPicPr>
        <p:blipFill>
          <a:blip r:embed="rId3"/>
          <a:srcRect b="3035"/>
          <a:stretch>
            <a:fillRect/>
          </a:stretch>
        </p:blipFill>
        <p:spPr>
          <a:xfrm>
            <a:off x="20" y="1282"/>
            <a:ext cx="12191980" cy="6856718"/>
          </a:xfrm>
          <a:prstGeom prst="rect">
            <a:avLst/>
          </a:prstGeom>
        </p:spPr>
      </p:pic>
      <p:sp>
        <p:nvSpPr>
          <p:cNvPr id="17" name="TextBox 16">
            <a:extLst>
              <a:ext uri="{FF2B5EF4-FFF2-40B4-BE49-F238E27FC236}">
                <a16:creationId xmlns:a16="http://schemas.microsoft.com/office/drawing/2014/main" id="{7935BF95-9260-FF3E-8BA1-F61D8AD0F5C6}"/>
              </a:ext>
            </a:extLst>
          </p:cNvPr>
          <p:cNvSpPr txBox="1"/>
          <p:nvPr/>
        </p:nvSpPr>
        <p:spPr>
          <a:xfrm>
            <a:off x="2989992" y="5411118"/>
            <a:ext cx="6212017" cy="566822"/>
          </a:xfrm>
          <a:prstGeom prst="rect">
            <a:avLst/>
          </a:prstGeom>
          <a:noFill/>
        </p:spPr>
        <p:txBody>
          <a:bodyPr wrap="square" rtlCol="0">
            <a:spAutoFit/>
          </a:bodyPr>
          <a:lstStyle/>
          <a:p>
            <a:pPr marL="0" marR="0" lvl="0" indent="0" algn="ctr" defTabSz="914377" rtl="0" eaLnBrk="1" fontAlgn="auto" latinLnBrk="0" hangingPunct="1">
              <a:lnSpc>
                <a:spcPts val="3720"/>
              </a:lnSpc>
              <a:spcBef>
                <a:spcPts val="0"/>
              </a:spcBef>
              <a:spcAft>
                <a:spcPts val="0"/>
              </a:spcAft>
              <a:buClrTx/>
              <a:buSzTx/>
              <a:buFontTx/>
              <a:buNone/>
              <a:tabLst/>
              <a:defRPr/>
            </a:pPr>
            <a:r>
              <a:rPr kumimoji="0" lang="en-US" sz="4000" b="1" i="0" u="none" strike="noStrike" kern="1200" cap="none" spc="-150" normalizeH="0" baseline="0" noProof="0" dirty="0">
                <a:ln>
                  <a:noFill/>
                </a:ln>
                <a:solidFill>
                  <a:srgbClr val="FFFFFF"/>
                </a:solidFill>
                <a:effectLst/>
                <a:uLnTx/>
                <a:uFillTx/>
                <a:latin typeface="Graphik Semibold" panose="020B0503030202060203" pitchFamily="34" charset="77"/>
                <a:ea typeface="+mn-ea"/>
                <a:cs typeface="+mn-cs"/>
              </a:rPr>
              <a:t>AI reinvention made real</a:t>
            </a:r>
          </a:p>
        </p:txBody>
      </p:sp>
      <p:sp>
        <p:nvSpPr>
          <p:cNvPr id="18" name="Rectangle 17">
            <a:extLst>
              <a:ext uri="{FF2B5EF4-FFF2-40B4-BE49-F238E27FC236}">
                <a16:creationId xmlns:a16="http://schemas.microsoft.com/office/drawing/2014/main" id="{9ED2B6F5-4632-A6A7-D235-C4D1E256BD27}"/>
              </a:ext>
            </a:extLst>
          </p:cNvPr>
          <p:cNvSpPr/>
          <p:nvPr/>
        </p:nvSpPr>
        <p:spPr>
          <a:xfrm>
            <a:off x="3858744" y="5990476"/>
            <a:ext cx="4474512" cy="352647"/>
          </a:xfrm>
          <a:prstGeom prst="rect">
            <a:avLst/>
          </a:prstGeom>
          <a:solidFill>
            <a:srgbClr val="A1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Regular"/>
              <a:ea typeface="+mn-ea"/>
              <a:cs typeface="+mn-cs"/>
            </a:endParaRPr>
          </a:p>
        </p:txBody>
      </p:sp>
      <p:sp>
        <p:nvSpPr>
          <p:cNvPr id="19" name="TextBox 18">
            <a:extLst>
              <a:ext uri="{FF2B5EF4-FFF2-40B4-BE49-F238E27FC236}">
                <a16:creationId xmlns:a16="http://schemas.microsoft.com/office/drawing/2014/main" id="{8548F6C9-FCFE-86D4-8670-F533A4CE4650}"/>
              </a:ext>
            </a:extLst>
          </p:cNvPr>
          <p:cNvSpPr txBox="1"/>
          <p:nvPr/>
        </p:nvSpPr>
        <p:spPr>
          <a:xfrm>
            <a:off x="3858744" y="5972549"/>
            <a:ext cx="4474512" cy="369332"/>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raphik" panose="020B0503030202060203" pitchFamily="34" charset="77"/>
                <a:ea typeface="+mn-ea"/>
                <a:cs typeface="+mn-cs"/>
              </a:rPr>
              <a:t>Accenture Innovation Challenge 2026</a:t>
            </a:r>
          </a:p>
        </p:txBody>
      </p:sp>
      <p:pic>
        <p:nvPicPr>
          <p:cNvPr id="20" name="Picture 19">
            <a:extLst>
              <a:ext uri="{FF2B5EF4-FFF2-40B4-BE49-F238E27FC236}">
                <a16:creationId xmlns:a16="http://schemas.microsoft.com/office/drawing/2014/main" id="{40F1EFF8-B673-136C-4910-73D1BC9075D6}"/>
              </a:ext>
            </a:extLst>
          </p:cNvPr>
          <p:cNvPicPr>
            <a:picLocks noChangeAspect="1"/>
          </p:cNvPicPr>
          <p:nvPr/>
        </p:nvPicPr>
        <p:blipFill>
          <a:blip r:embed="rId4"/>
          <a:stretch>
            <a:fillRect/>
          </a:stretch>
        </p:blipFill>
        <p:spPr>
          <a:xfrm>
            <a:off x="676893" y="667062"/>
            <a:ext cx="1251231" cy="330466"/>
          </a:xfrm>
          <a:prstGeom prst="rect">
            <a:avLst/>
          </a:prstGeom>
        </p:spPr>
      </p:pic>
    </p:spTree>
    <p:extLst>
      <p:ext uri="{BB962C8B-B14F-4D97-AF65-F5344CB8AC3E}">
        <p14:creationId xmlns:p14="http://schemas.microsoft.com/office/powerpoint/2010/main" val="422916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3E37827-E5D7-46FD-9143-ABFBF88A628E}"/>
              </a:ext>
            </a:extLst>
          </p:cNvPr>
          <p:cNvSpPr/>
          <p:nvPr/>
        </p:nvSpPr>
        <p:spPr>
          <a:xfrm>
            <a:off x="7385349" y="2505161"/>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171E876B-A706-450C-8C34-951E6FA6C00F}"/>
              </a:ext>
            </a:extLst>
          </p:cNvPr>
          <p:cNvSpPr/>
          <p:nvPr/>
        </p:nvSpPr>
        <p:spPr>
          <a:xfrm>
            <a:off x="852718" y="2506579"/>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8" name="Title 17">
            <a:extLst>
              <a:ext uri="{FF2B5EF4-FFF2-40B4-BE49-F238E27FC236}">
                <a16:creationId xmlns:a16="http://schemas.microsoft.com/office/drawing/2014/main" id="{00A31654-439B-4571-B7B1-2E29E58E752A}"/>
              </a:ext>
            </a:extLst>
          </p:cNvPr>
          <p:cNvSpPr>
            <a:spLocks noGrp="1"/>
          </p:cNvSpPr>
          <p:nvPr>
            <p:ph type="title"/>
          </p:nvPr>
        </p:nvSpPr>
        <p:spPr>
          <a:xfrm>
            <a:off x="461913" y="525056"/>
            <a:ext cx="11430000" cy="726439"/>
          </a:xfrm>
        </p:spPr>
        <p:txBody>
          <a:bodyPr/>
          <a:lstStyle/>
          <a:p>
            <a:r>
              <a:rPr lang="en-US" dirty="0"/>
              <a:t>Team details</a:t>
            </a:r>
            <a:endParaRPr lang="en-GB" dirty="0"/>
          </a:p>
        </p:txBody>
      </p:sp>
      <p:sp>
        <p:nvSpPr>
          <p:cNvPr id="10" name="Slide Number Placeholder 9">
            <a:extLst>
              <a:ext uri="{FF2B5EF4-FFF2-40B4-BE49-F238E27FC236}">
                <a16:creationId xmlns:a16="http://schemas.microsoft.com/office/drawing/2014/main" id="{4258B87F-AD17-4B30-9FAA-C5C07FCFFE87}"/>
              </a:ext>
            </a:extLst>
          </p:cNvPr>
          <p:cNvSpPr>
            <a:spLocks noGrp="1"/>
          </p:cNvSpPr>
          <p:nvPr>
            <p:ph type="sldNum" sz="quarter" idx="4294967295"/>
          </p:nvPr>
        </p:nvSpPr>
        <p:spPr>
          <a:xfrm>
            <a:off x="11506202" y="6519009"/>
            <a:ext cx="385711" cy="2063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solidFill>
                  <a:srgbClr val="000000">
                    <a:alpha val="40000"/>
                  </a:srgbClr>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srgbClr val="000000">
                  <a:alpha val="40000"/>
                </a:srgbClr>
              </a:solidFill>
              <a:effectLst/>
              <a:uLnTx/>
              <a:uFillTx/>
              <a:latin typeface="Graphik"/>
              <a:ea typeface="+mn-ea"/>
              <a:cs typeface="+mn-cs"/>
            </a:endParaRPr>
          </a:p>
        </p:txBody>
      </p:sp>
      <p:pic>
        <p:nvPicPr>
          <p:cNvPr id="23" name="Picture Placeholder 75">
            <a:extLst>
              <a:ext uri="{FF2B5EF4-FFF2-40B4-BE49-F238E27FC236}">
                <a16:creationId xmlns:a16="http://schemas.microsoft.com/office/drawing/2014/main" id="{8DF0ED10-FA32-47BA-8D4F-7620C7B46FA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76636" y="2405772"/>
            <a:ext cx="1434218" cy="1471323"/>
          </a:xfrm>
          <a:prstGeom prst="rect">
            <a:avLst/>
          </a:prstGeom>
        </p:spPr>
      </p:pic>
      <p:sp>
        <p:nvSpPr>
          <p:cNvPr id="39" name="Text Placeholder 27">
            <a:extLst>
              <a:ext uri="{FF2B5EF4-FFF2-40B4-BE49-F238E27FC236}">
                <a16:creationId xmlns:a16="http://schemas.microsoft.com/office/drawing/2014/main" id="{1D437424-4E2F-45EB-945E-4A07F8154854}"/>
              </a:ext>
            </a:extLst>
          </p:cNvPr>
          <p:cNvSpPr txBox="1">
            <a:spLocks/>
          </p:cNvSpPr>
          <p:nvPr/>
        </p:nvSpPr>
        <p:spPr>
          <a:xfrm>
            <a:off x="2637616" y="2098914"/>
            <a:ext cx="3177007" cy="811161"/>
          </a:xfrm>
          <a:prstGeom prst="rect">
            <a:avLst/>
          </a:prstGeom>
        </p:spPr>
        <p:txBody>
          <a:bodyPr vert="horz" lIns="0" tIns="0" rIns="0" bIns="0" rtlCol="0" anchor="b">
            <a:normAutofit fontScale="92500" lnSpcReduction="20000"/>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kumimoji="0" lang="en-GB" sz="3600" b="1" i="0" u="none" strike="noStrike" kern="1200" cap="none" spc="0" normalizeH="0" baseline="0" noProof="0" dirty="0">
                <a:ln>
                  <a:noFill/>
                </a:ln>
                <a:solidFill>
                  <a:srgbClr val="A100FF"/>
                </a:solidFill>
                <a:effectLst/>
                <a:uLnTx/>
                <a:uFillTx/>
                <a:latin typeface="Graphik"/>
                <a:ea typeface="+mn-ea"/>
                <a:cs typeface="+mn-cs"/>
              </a:rPr>
              <a:t>Harsh Singh Baghel</a:t>
            </a:r>
          </a:p>
        </p:txBody>
      </p:sp>
      <p:sp>
        <p:nvSpPr>
          <p:cNvPr id="3" name="Rectangle 2">
            <a:extLst>
              <a:ext uri="{FF2B5EF4-FFF2-40B4-BE49-F238E27FC236}">
                <a16:creationId xmlns:a16="http://schemas.microsoft.com/office/drawing/2014/main" id="{4013373B-BBFC-437A-A7F1-E5017F23DD33}"/>
              </a:ext>
            </a:extLst>
          </p:cNvPr>
          <p:cNvSpPr/>
          <p:nvPr/>
        </p:nvSpPr>
        <p:spPr>
          <a:xfrm>
            <a:off x="255634" y="6368280"/>
            <a:ext cx="6709565" cy="25391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1" u="none" strike="noStrike" kern="1200" cap="none" spc="0" normalizeH="0" baseline="0" noProof="0" dirty="0">
                <a:ln>
                  <a:noFill/>
                </a:ln>
                <a:solidFill>
                  <a:srgbClr val="000000"/>
                </a:solidFill>
                <a:effectLst/>
                <a:highlight>
                  <a:srgbClr val="FFFF00"/>
                </a:highlight>
                <a:uLnTx/>
                <a:uFillTx/>
                <a:latin typeface="Graphik"/>
                <a:ea typeface="+mn-ea"/>
                <a:cs typeface="+mn-cs"/>
              </a:rPr>
              <a:t>All fields are mandatory</a:t>
            </a:r>
          </a:p>
        </p:txBody>
      </p:sp>
      <p:sp>
        <p:nvSpPr>
          <p:cNvPr id="30" name="Rectangle 29">
            <a:extLst>
              <a:ext uri="{FF2B5EF4-FFF2-40B4-BE49-F238E27FC236}">
                <a16:creationId xmlns:a16="http://schemas.microsoft.com/office/drawing/2014/main" id="{C66E72D5-38A8-4FA5-9EBD-60021A357B2A}"/>
              </a:ext>
            </a:extLst>
          </p:cNvPr>
          <p:cNvSpPr/>
          <p:nvPr/>
        </p:nvSpPr>
        <p:spPr>
          <a:xfrm>
            <a:off x="852718" y="4463806"/>
            <a:ext cx="1481237"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raphik"/>
                <a:ea typeface="+mn-ea"/>
                <a:cs typeface="+mn-cs"/>
              </a:rPr>
              <a:t>Photo</a:t>
            </a:r>
          </a:p>
        </p:txBody>
      </p:sp>
      <p:cxnSp>
        <p:nvCxnSpPr>
          <p:cNvPr id="6" name="Straight Connector 5">
            <a:extLst>
              <a:ext uri="{FF2B5EF4-FFF2-40B4-BE49-F238E27FC236}">
                <a16:creationId xmlns:a16="http://schemas.microsoft.com/office/drawing/2014/main" id="{503A2336-9DAB-4FE3-86E5-A5694B473965}"/>
              </a:ext>
            </a:extLst>
          </p:cNvPr>
          <p:cNvCxnSpPr>
            <a:cxnSpLocks/>
          </p:cNvCxnSpPr>
          <p:nvPr/>
        </p:nvCxnSpPr>
        <p:spPr>
          <a:xfrm>
            <a:off x="6096000" y="1521230"/>
            <a:ext cx="0" cy="4523725"/>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D2BAEA9-C010-474F-8C80-BD3D504C25C1}"/>
              </a:ext>
            </a:extLst>
          </p:cNvPr>
          <p:cNvCxnSpPr/>
          <p:nvPr/>
        </p:nvCxnSpPr>
        <p:spPr>
          <a:xfrm>
            <a:off x="2623232"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1" name="Text Placeholder 27">
            <a:extLst>
              <a:ext uri="{FF2B5EF4-FFF2-40B4-BE49-F238E27FC236}">
                <a16:creationId xmlns:a16="http://schemas.microsoft.com/office/drawing/2014/main" id="{83134DD2-B1F2-44EA-BCAB-CB7F6D0B5057}"/>
              </a:ext>
            </a:extLst>
          </p:cNvPr>
          <p:cNvSpPr txBox="1">
            <a:spLocks/>
          </p:cNvSpPr>
          <p:nvPr/>
        </p:nvSpPr>
        <p:spPr>
          <a:xfrm>
            <a:off x="2751413" y="4203349"/>
            <a:ext cx="1474707" cy="811161"/>
          </a:xfrm>
          <a:prstGeom prst="rect">
            <a:avLst/>
          </a:prstGeom>
        </p:spPr>
        <p:txBody>
          <a:bodyPr vert="horz" lIns="0" tIns="0" rIns="0" bIns="0" rtlCol="0" anchor="b">
            <a:normAutofit fontScale="92500" lnSpcReduction="20000"/>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GB" dirty="0">
                <a:latin typeface="Graphik"/>
              </a:rPr>
              <a:t>Rathod Rudra</a:t>
            </a:r>
            <a:endParaRPr kumimoji="0" lang="en-GB" sz="3600" b="1" i="0" u="none" strike="noStrike" kern="1200" cap="none" spc="0" normalizeH="0" baseline="0" noProof="0" dirty="0">
              <a:ln>
                <a:noFill/>
              </a:ln>
              <a:solidFill>
                <a:srgbClr val="A100FF"/>
              </a:solidFill>
              <a:effectLst/>
              <a:uLnTx/>
              <a:uFillTx/>
              <a:latin typeface="Graphik"/>
              <a:ea typeface="+mn-ea"/>
              <a:cs typeface="+mn-cs"/>
            </a:endParaRPr>
          </a:p>
        </p:txBody>
      </p:sp>
      <p:cxnSp>
        <p:nvCxnSpPr>
          <p:cNvPr id="64" name="Straight Connector 63">
            <a:extLst>
              <a:ext uri="{FF2B5EF4-FFF2-40B4-BE49-F238E27FC236}">
                <a16:creationId xmlns:a16="http://schemas.microsoft.com/office/drawing/2014/main" id="{857CC230-E21C-4184-9D11-81950CC08A89}"/>
              </a:ext>
            </a:extLst>
          </p:cNvPr>
          <p:cNvCxnSpPr/>
          <p:nvPr/>
        </p:nvCxnSpPr>
        <p:spPr>
          <a:xfrm>
            <a:off x="2751413" y="5101825"/>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66" name="Picture Placeholder 75">
            <a:extLst>
              <a:ext uri="{FF2B5EF4-FFF2-40B4-BE49-F238E27FC236}">
                <a16:creationId xmlns:a16="http://schemas.microsoft.com/office/drawing/2014/main" id="{5E355391-27FE-4824-9548-B5688C3FCC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21998" y="2405772"/>
            <a:ext cx="1510522" cy="1471323"/>
          </a:xfrm>
          <a:prstGeom prst="rect">
            <a:avLst/>
          </a:prstGeom>
          <a:ln>
            <a:noFill/>
          </a:ln>
          <a:effectLst>
            <a:outerShdw blurRad="292100" dist="139700" dir="2700000" algn="tl" rotWithShape="0">
              <a:srgbClr val="333333">
                <a:alpha val="65000"/>
              </a:srgbClr>
            </a:outerShdw>
          </a:effectLst>
        </p:spPr>
      </p:pic>
      <p:sp>
        <p:nvSpPr>
          <p:cNvPr id="67" name="Text Placeholder 27">
            <a:extLst>
              <a:ext uri="{FF2B5EF4-FFF2-40B4-BE49-F238E27FC236}">
                <a16:creationId xmlns:a16="http://schemas.microsoft.com/office/drawing/2014/main" id="{AB89B70E-DDF2-41D3-9411-6AA78204B1DA}"/>
              </a:ext>
            </a:extLst>
          </p:cNvPr>
          <p:cNvSpPr txBox="1">
            <a:spLocks/>
          </p:cNvSpPr>
          <p:nvPr/>
        </p:nvSpPr>
        <p:spPr>
          <a:xfrm>
            <a:off x="9165642" y="2199446"/>
            <a:ext cx="2283067" cy="710629"/>
          </a:xfrm>
          <a:prstGeom prst="rect">
            <a:avLst/>
          </a:prstGeom>
        </p:spPr>
        <p:txBody>
          <a:bodyPr vert="horz" lIns="0" tIns="0" rIns="0" bIns="0" rtlCol="0" anchor="b">
            <a:no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lvl="0">
              <a:defRPr/>
            </a:pPr>
            <a:r>
              <a:rPr lang="en-GB" sz="3300" dirty="0"/>
              <a:t>Dhruv Maheshwari</a:t>
            </a:r>
          </a:p>
        </p:txBody>
      </p:sp>
      <p:cxnSp>
        <p:nvCxnSpPr>
          <p:cNvPr id="29" name="Straight Connector 28">
            <a:extLst>
              <a:ext uri="{FF2B5EF4-FFF2-40B4-BE49-F238E27FC236}">
                <a16:creationId xmlns:a16="http://schemas.microsoft.com/office/drawing/2014/main" id="{B388F804-0525-4F8E-A5CE-A9E521C1E260}"/>
              </a:ext>
            </a:extLst>
          </p:cNvPr>
          <p:cNvCxnSpPr/>
          <p:nvPr/>
        </p:nvCxnSpPr>
        <p:spPr>
          <a:xfrm>
            <a:off x="9151259"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1" name="Table 2">
            <a:extLst>
              <a:ext uri="{FF2B5EF4-FFF2-40B4-BE49-F238E27FC236}">
                <a16:creationId xmlns:a16="http://schemas.microsoft.com/office/drawing/2014/main" id="{A29DB088-2EF4-4C53-A6E2-75C9C7F34CAC}"/>
              </a:ext>
            </a:extLst>
          </p:cNvPr>
          <p:cNvGraphicFramePr>
            <a:graphicFrameLocks noGrp="1"/>
          </p:cNvGraphicFramePr>
          <p:nvPr>
            <p:extLst>
              <p:ext uri="{D42A27DB-BD31-4B8C-83A1-F6EECF244321}">
                <p14:modId xmlns:p14="http://schemas.microsoft.com/office/powerpoint/2010/main" val="1244631207"/>
              </p:ext>
            </p:extLst>
          </p:nvPr>
        </p:nvGraphicFramePr>
        <p:xfrm>
          <a:off x="461913" y="1173024"/>
          <a:ext cx="11617737" cy="378454"/>
        </p:xfrm>
        <a:graphic>
          <a:graphicData uri="http://schemas.openxmlformats.org/drawingml/2006/table">
            <a:tbl>
              <a:tblPr firstRow="1" bandRow="1">
                <a:tableStyleId>{D7AC3CCA-C797-4891-BE02-D94E43425B78}</a:tableStyleId>
              </a:tblPr>
              <a:tblGrid>
                <a:gridCol w="4382355">
                  <a:extLst>
                    <a:ext uri="{9D8B030D-6E8A-4147-A177-3AD203B41FA5}">
                      <a16:colId xmlns:a16="http://schemas.microsoft.com/office/drawing/2014/main" val="129918070"/>
                    </a:ext>
                  </a:extLst>
                </a:gridCol>
                <a:gridCol w="7235382">
                  <a:extLst>
                    <a:ext uri="{9D8B030D-6E8A-4147-A177-3AD203B41FA5}">
                      <a16:colId xmlns:a16="http://schemas.microsoft.com/office/drawing/2014/main" val="1188269312"/>
                    </a:ext>
                  </a:extLst>
                </a:gridCol>
              </a:tblGrid>
              <a:tr h="378454">
                <a:tc>
                  <a:txBody>
                    <a:bodyPr/>
                    <a:lstStyle/>
                    <a:p>
                      <a:r>
                        <a:rPr lang="en-US" sz="1400" dirty="0">
                          <a:solidFill>
                            <a:srgbClr val="A100FF"/>
                          </a:solidFill>
                        </a:rPr>
                        <a:t>TEAM NAME:  Warriors</a:t>
                      </a:r>
                    </a:p>
                  </a:txBody>
                  <a:tcPr>
                    <a:lnL w="6350" cap="flat" cmpd="sng" algn="ctr">
                      <a:solidFill>
                        <a:schemeClr val="accent2">
                          <a:lumMod val="20000"/>
                          <a:lumOff val="80000"/>
                        </a:schemeClr>
                      </a:solidFill>
                      <a:prstDash val="solid"/>
                      <a:round/>
                      <a:headEnd type="none" w="med" len="med"/>
                      <a:tailEnd type="none" w="med" len="med"/>
                    </a:lnL>
                    <a:lnR w="6350" cap="flat" cmpd="sng" algn="ctr">
                      <a:solidFill>
                        <a:schemeClr val="accent1">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accent1">
                          <a:lumMod val="20000"/>
                          <a:lumOff val="80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dirty="0">
                        <a:solidFill>
                          <a:srgbClr val="A100FF"/>
                        </a:solidFill>
                      </a:endParaRPr>
                    </a:p>
                  </a:txBody>
                  <a:tcPr>
                    <a:lnL w="6350" cap="flat" cmpd="sng" algn="ctr">
                      <a:solidFill>
                        <a:schemeClr val="accent1">
                          <a:lumMod val="20000"/>
                          <a:lumOff val="80000"/>
                        </a:schemeClr>
                      </a:solidFill>
                      <a:prstDash val="solid"/>
                      <a:round/>
                      <a:headEnd type="none" w="med" len="med"/>
                      <a:tailEnd type="none" w="med" len="med"/>
                    </a:lnL>
                    <a:lnR w="6350" cap="flat" cmpd="sng" algn="ctr">
                      <a:solidFill>
                        <a:schemeClr val="accent2">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234512452"/>
                  </a:ext>
                </a:extLst>
              </a:tr>
            </a:tbl>
          </a:graphicData>
        </a:graphic>
      </p:graphicFrame>
      <p:sp>
        <p:nvSpPr>
          <p:cNvPr id="26" name="TextBox 25">
            <a:extLst>
              <a:ext uri="{FF2B5EF4-FFF2-40B4-BE49-F238E27FC236}">
                <a16:creationId xmlns:a16="http://schemas.microsoft.com/office/drawing/2014/main" id="{F2218D32-4F17-4A5E-9BE4-29837BF54E70}"/>
              </a:ext>
            </a:extLst>
          </p:cNvPr>
          <p:cNvSpPr txBox="1"/>
          <p:nvPr/>
        </p:nvSpPr>
        <p:spPr>
          <a:xfrm>
            <a:off x="2623232" y="3141433"/>
            <a:ext cx="276268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mn-ea"/>
                <a:cs typeface="+mn-cs"/>
              </a:rPr>
              <a:t>College: IIT Patna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mn-ea"/>
                <a:cs typeface="+mn-cs"/>
              </a:rPr>
              <a:t>Stream: Engineering Physics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mn-ea"/>
                <a:cs typeface="+mn-cs"/>
              </a:rPr>
              <a:t>Year of graduation: 2028</a:t>
            </a:r>
          </a:p>
        </p:txBody>
      </p:sp>
      <p:sp>
        <p:nvSpPr>
          <p:cNvPr id="19" name="TextBox 18">
            <a:extLst>
              <a:ext uri="{FF2B5EF4-FFF2-40B4-BE49-F238E27FC236}">
                <a16:creationId xmlns:a16="http://schemas.microsoft.com/office/drawing/2014/main" id="{BB9131AF-0078-459E-83A3-73A8BC9A11B8}"/>
              </a:ext>
            </a:extLst>
          </p:cNvPr>
          <p:cNvSpPr txBox="1"/>
          <p:nvPr/>
        </p:nvSpPr>
        <p:spPr>
          <a:xfrm>
            <a:off x="2637616" y="5236045"/>
            <a:ext cx="2762684" cy="646331"/>
          </a:xfrm>
          <a:prstGeom prst="rect">
            <a:avLst/>
          </a:prstGeom>
          <a:noFill/>
        </p:spPr>
        <p:txBody>
          <a:bodyPr wrap="square">
            <a:spAutoFit/>
          </a:bodyPr>
          <a:lstStyle/>
          <a:p>
            <a:pPr lvl="0">
              <a:defRPr/>
            </a:pPr>
            <a:r>
              <a:rPr lang="en-US" sz="1200" dirty="0">
                <a:solidFill>
                  <a:srgbClr val="000000"/>
                </a:solidFill>
              </a:rPr>
              <a:t>College: IIT Patna</a:t>
            </a:r>
          </a:p>
          <a:p>
            <a:pPr lvl="0">
              <a:defRPr/>
            </a:pPr>
            <a:r>
              <a:rPr lang="en-US" sz="1200" dirty="0">
                <a:solidFill>
                  <a:srgbClr val="000000"/>
                </a:solidFill>
              </a:rPr>
              <a:t>Stream: Engineering Physics</a:t>
            </a:r>
          </a:p>
          <a:p>
            <a:pPr lvl="0">
              <a:defRPr/>
            </a:pPr>
            <a:r>
              <a:rPr lang="en-US" sz="1200" dirty="0">
                <a:solidFill>
                  <a:srgbClr val="000000"/>
                </a:solidFill>
              </a:rPr>
              <a:t>Year of graduation: 2029</a:t>
            </a:r>
          </a:p>
        </p:txBody>
      </p:sp>
      <p:sp>
        <p:nvSpPr>
          <p:cNvPr id="20" name="TextBox 19">
            <a:extLst>
              <a:ext uri="{FF2B5EF4-FFF2-40B4-BE49-F238E27FC236}">
                <a16:creationId xmlns:a16="http://schemas.microsoft.com/office/drawing/2014/main" id="{10AF310E-EC91-4906-9FCC-95C833C3D011}"/>
              </a:ext>
            </a:extLst>
          </p:cNvPr>
          <p:cNvSpPr txBox="1"/>
          <p:nvPr/>
        </p:nvSpPr>
        <p:spPr>
          <a:xfrm>
            <a:off x="9122721" y="3141433"/>
            <a:ext cx="2762684" cy="646331"/>
          </a:xfrm>
          <a:prstGeom prst="rect">
            <a:avLst/>
          </a:prstGeom>
          <a:noFill/>
        </p:spPr>
        <p:txBody>
          <a:bodyPr wrap="square">
            <a:spAutoFit/>
          </a:bodyPr>
          <a:lstStyle/>
          <a:p>
            <a:pPr lvl="0">
              <a:defRPr/>
            </a:pPr>
            <a:r>
              <a:rPr lang="en-US" sz="1200" dirty="0">
                <a:solidFill>
                  <a:srgbClr val="000000"/>
                </a:solidFill>
              </a:rPr>
              <a:t>College: IIT Patna</a:t>
            </a:r>
          </a:p>
          <a:p>
            <a:pPr lvl="0">
              <a:defRPr/>
            </a:pPr>
            <a:r>
              <a:rPr lang="en-US" sz="1200" dirty="0">
                <a:solidFill>
                  <a:srgbClr val="000000"/>
                </a:solidFill>
              </a:rPr>
              <a:t>Stream: Engineering Physics</a:t>
            </a:r>
          </a:p>
          <a:p>
            <a:pPr lvl="0">
              <a:defRPr/>
            </a:pPr>
            <a:r>
              <a:rPr lang="en-US" sz="1200" dirty="0">
                <a:solidFill>
                  <a:srgbClr val="000000"/>
                </a:solidFill>
              </a:rPr>
              <a:t>Year of graduation: 2028</a:t>
            </a:r>
          </a:p>
        </p:txBody>
      </p:sp>
      <p:pic>
        <p:nvPicPr>
          <p:cNvPr id="2" name="Picture Placeholder 75">
            <a:extLst>
              <a:ext uri="{FF2B5EF4-FFF2-40B4-BE49-F238E27FC236}">
                <a16:creationId xmlns:a16="http://schemas.microsoft.com/office/drawing/2014/main" id="{5EAA4F6C-4EAD-B06C-205E-12296866797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76636" y="4361533"/>
            <a:ext cx="1434218" cy="1471323"/>
          </a:xfrm>
          <a:prstGeom prst="rect">
            <a:avLst/>
          </a:prstGeom>
        </p:spPr>
      </p:pic>
    </p:spTree>
    <p:extLst>
      <p:ext uri="{BB962C8B-B14F-4D97-AF65-F5344CB8AC3E}">
        <p14:creationId xmlns:p14="http://schemas.microsoft.com/office/powerpoint/2010/main" val="295947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Describe the problem statement (200 words)</a:t>
            </a:r>
            <a:endParaRPr lang="en-IN" sz="2000" dirty="0">
              <a:solidFill>
                <a:schemeClr val="bg1"/>
              </a:solidFill>
              <a:latin typeface="Graphik" panose="020B0503030202060203" pitchFamily="34" charset="0"/>
              <a:cs typeface="Arial" panose="020B0604020202020204" pitchFamily="34" charset="0"/>
            </a:endParaRPr>
          </a:p>
        </p:txBody>
      </p:sp>
      <p:sp>
        <p:nvSpPr>
          <p:cNvPr id="2" name="TextBox 1">
            <a:extLst>
              <a:ext uri="{FF2B5EF4-FFF2-40B4-BE49-F238E27FC236}">
                <a16:creationId xmlns:a16="http://schemas.microsoft.com/office/drawing/2014/main" id="{A3A9BBD3-4F02-1DCE-6B74-90C4E0B91E57}"/>
              </a:ext>
            </a:extLst>
          </p:cNvPr>
          <p:cNvSpPr txBox="1"/>
          <p:nvPr/>
        </p:nvSpPr>
        <p:spPr>
          <a:xfrm>
            <a:off x="361458" y="1102132"/>
            <a:ext cx="11282796" cy="535531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Today’s modern enterprise dashboards are great at telling you what’s happened but absolutely useless when it comes to telling you why and what to do next. If there is an abnormality in a critical KPI – say, regional revenue drops by 8% - a dashboard highlights a red KPI value. It is impossible to know if the problem is due to some kind of internal failure (deployment error, backlog of goods, malfunctioning payment gateway) or to an external macro-level shock (supply chain issues, new tariffs, or competitor price war).</a:t>
            </a:r>
          </a:p>
          <a:p>
            <a:endParaRPr lang="en-US" dirty="0"/>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As a result, interpretation of metric deviations into business insights has become the responsibility of human analysts. Such analysis requires several days spent on a painstaking manual process of digging through SQL databases, Jira tickets, Slack channels, and global news articles.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This problem of human bottleneck leads to three significant risks for enterprises:</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Critical Latency</a:t>
            </a:r>
            <a:r>
              <a:rPr lang="en-US" dirty="0">
                <a:latin typeface="Arial" panose="020B0604020202020204" pitchFamily="34" charset="0"/>
                <a:cs typeface="Arial" panose="020B0604020202020204" pitchFamily="34" charset="0"/>
              </a:rPr>
              <a:t>: By the time the root cause is found 4 to 7 days later, it is too late, and revenue losses become permanent.</a:t>
            </a: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Alert Fatigue</a:t>
            </a:r>
            <a:r>
              <a:rPr lang="en-US" dirty="0">
                <a:latin typeface="Arial" panose="020B0604020202020204" pitchFamily="34" charset="0"/>
                <a:cs typeface="Arial" panose="020B0604020202020204" pitchFamily="34" charset="0"/>
              </a:rPr>
              <a:t>: People spend precious time investigating normal seasonality deviations as if it were an alert.</a:t>
            </a:r>
          </a:p>
          <a:p>
            <a:pPr marL="285750" indent="-285750">
              <a:buFont typeface="Wingdings" panose="05000000000000000000" pitchFamily="2" charset="2"/>
              <a:buChar char="Ø"/>
            </a:pPr>
            <a:r>
              <a:rPr lang="en-US" b="1" dirty="0">
                <a:latin typeface="Arial" panose="020B0604020202020204" pitchFamily="34" charset="0"/>
                <a:cs typeface="Arial" panose="020B0604020202020204" pitchFamily="34" charset="0"/>
              </a:rPr>
              <a:t>Decision-making Guesswork</a:t>
            </a:r>
            <a:r>
              <a:rPr lang="en-US" dirty="0">
                <a:latin typeface="Arial" panose="020B0604020202020204" pitchFamily="34" charset="0"/>
                <a:cs typeface="Arial" panose="020B0604020202020204" pitchFamily="34" charset="0"/>
              </a:rPr>
              <a:t>: Leadership is making million-dollar decisions based on gut feeling because of lack of insight.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971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40961" y="342685"/>
            <a:ext cx="11282796" cy="423125"/>
          </a:xfrm>
          <a:solidFill>
            <a:srgbClr val="A100FF"/>
          </a:solidFill>
        </p:spPr>
        <p:txBody>
          <a:bodyPr vert="horz" lIns="91440" tIns="45720" rIns="91440" bIns="45720" rtlCol="0" anchor="ctr">
            <a:normAutofit/>
          </a:bodyPr>
          <a:lstStyle/>
          <a:p>
            <a:r>
              <a:rPr lang="en-IN" sz="2000" b="1" dirty="0">
                <a:solidFill>
                  <a:schemeClr val="bg1"/>
                </a:solidFill>
                <a:latin typeface="Graphik" panose="020B0503030202060203" pitchFamily="34" charset="0"/>
                <a:cs typeface="Arial" panose="020B0604020202020204" pitchFamily="34" charset="0"/>
              </a:rPr>
              <a:t>Proposed solution (200 words)</a:t>
            </a:r>
          </a:p>
        </p:txBody>
      </p:sp>
      <p:sp>
        <p:nvSpPr>
          <p:cNvPr id="2" name="TextBox 1">
            <a:extLst>
              <a:ext uri="{FF2B5EF4-FFF2-40B4-BE49-F238E27FC236}">
                <a16:creationId xmlns:a16="http://schemas.microsoft.com/office/drawing/2014/main" id="{928B3A8E-8CD7-BACF-E784-DACC04D7DC42}"/>
              </a:ext>
            </a:extLst>
          </p:cNvPr>
          <p:cNvSpPr txBox="1"/>
          <p:nvPr/>
        </p:nvSpPr>
        <p:spPr>
          <a:xfrm>
            <a:off x="340961" y="1078992"/>
            <a:ext cx="11282796" cy="5170646"/>
          </a:xfrm>
          <a:prstGeom prst="rect">
            <a:avLst/>
          </a:prstGeom>
          <a:noFill/>
        </p:spPr>
        <p:txBody>
          <a:bodyPr wrap="square" rtlCol="0">
            <a:spAutoFit/>
          </a:bodyPr>
          <a:lstStyle/>
          <a:p>
            <a:r>
              <a:rPr lang="en-IN" sz="2400" b="1" dirty="0">
                <a:latin typeface="Arial" panose="020B0604020202020204" pitchFamily="34" charset="0"/>
                <a:cs typeface="Arial" panose="020B0604020202020204" pitchFamily="34" charset="0"/>
              </a:rPr>
              <a:t>How We Find the Real Root Cause (The Diagnostic Engine):</a:t>
            </a:r>
            <a:endParaRPr lang="en-IN" dirty="0">
              <a:latin typeface="Arial" panose="020B0604020202020204" pitchFamily="34" charset="0"/>
              <a:cs typeface="Arial" panose="020B0604020202020204" pitchFamily="34" charset="0"/>
            </a:endParaRPr>
          </a:p>
          <a:p>
            <a:endParaRPr lang="en-IN" dirty="0"/>
          </a:p>
          <a:p>
            <a:r>
              <a:rPr lang="en-IN" dirty="0">
                <a:latin typeface="Arial" panose="020B0604020202020204" pitchFamily="34" charset="0"/>
                <a:cs typeface="Arial" panose="020B0604020202020204" pitchFamily="34" charset="0"/>
              </a:rPr>
              <a:t>Instead of relying on a single, generic AI that guesses why numbers dropped, our system uses a smart, multi-step investigation.</a:t>
            </a:r>
          </a:p>
          <a:p>
            <a:r>
              <a:rPr lang="en-IN" dirty="0">
                <a:latin typeface="Arial" panose="020B0604020202020204" pitchFamily="34" charset="0"/>
                <a:cs typeface="Arial" panose="020B0604020202020204" pitchFamily="34" charset="0"/>
              </a:rPr>
              <a:t>First, we use simple math called </a:t>
            </a:r>
            <a:r>
              <a:rPr lang="en-IN" u="sng" dirty="0">
                <a:latin typeface="Arial" panose="020B0604020202020204" pitchFamily="34" charset="0"/>
                <a:cs typeface="Arial" panose="020B0604020202020204" pitchFamily="34" charset="0"/>
              </a:rPr>
              <a:t>Statistical Process Control</a:t>
            </a:r>
            <a:r>
              <a:rPr lang="en-IN" dirty="0">
                <a:latin typeface="Arial" panose="020B0604020202020204" pitchFamily="34" charset="0"/>
                <a:cs typeface="Arial" panose="020B0604020202020204" pitchFamily="34" charset="0"/>
              </a:rPr>
              <a:t> to filter out normal daily fluctuations. This ensures our AI ignores regular weekend dips and only wakes up when there is a genuine business anomaly, saving time and preventing alert fatigue.</a:t>
            </a:r>
          </a:p>
          <a:p>
            <a:r>
              <a:rPr lang="en-IN" dirty="0">
                <a:latin typeface="Arial" panose="020B0604020202020204" pitchFamily="34" charset="0"/>
                <a:cs typeface="Arial" panose="020B0604020202020204" pitchFamily="34" charset="0"/>
              </a:rPr>
              <a:t>Once a real issue is confirmed, two specialized AI models start investigating at the same time:</a:t>
            </a:r>
          </a:p>
          <a:p>
            <a:endParaRPr lang="en-IN"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IN" b="1" dirty="0">
                <a:latin typeface="Arial" panose="020B0604020202020204" pitchFamily="34" charset="0"/>
                <a:cs typeface="Arial" panose="020B0604020202020204" pitchFamily="34" charset="0"/>
              </a:rPr>
              <a:t>Model 1 (The Private Internal Expert):</a:t>
            </a:r>
            <a:r>
              <a:rPr lang="en-IN" dirty="0">
                <a:latin typeface="Arial" panose="020B0604020202020204" pitchFamily="34" charset="0"/>
                <a:cs typeface="Arial" panose="020B0604020202020204" pitchFamily="34" charset="0"/>
              </a:rPr>
              <a:t> We fine-tune this model on over 100,000 real-world business failure patterns. It runs completely inside the company’s own secure servers. It privately checks internal operational logs, warehouse inventory, software bugs, and customer support tickets to pinpoint internal mistakes without leaking sensitive company secrets.</a:t>
            </a:r>
          </a:p>
          <a:p>
            <a:pPr marL="285750" lvl="0" indent="-285750">
              <a:buFont typeface="Arial" panose="020B0604020202020204" pitchFamily="34" charset="0"/>
              <a:buChar char="•"/>
            </a:pPr>
            <a:r>
              <a:rPr lang="en-IN" b="1" dirty="0">
                <a:latin typeface="Arial" panose="020B0604020202020204" pitchFamily="34" charset="0"/>
                <a:cs typeface="Arial" panose="020B0604020202020204" pitchFamily="34" charset="0"/>
              </a:rPr>
              <a:t>Model 2 (The Live Global Sentinel):</a:t>
            </a:r>
            <a:r>
              <a:rPr lang="en-IN" dirty="0">
                <a:latin typeface="Arial" panose="020B0604020202020204" pitchFamily="34" charset="0"/>
                <a:cs typeface="Arial" panose="020B0604020202020204" pitchFamily="34" charset="0"/>
              </a:rPr>
              <a:t> This model connects directly to real-time internet and news feeds. It looks at the outside world to catch external shocks your internal database knows nothing about—such as sudden port strikes, raw material price spikes, or aggressive competitor discount campaigns.</a:t>
            </a:r>
          </a:p>
          <a:p>
            <a:br>
              <a:rPr lang="en-IN" dirty="0"/>
            </a:br>
            <a:endParaRPr lang="en-IN" dirty="0"/>
          </a:p>
        </p:txBody>
      </p:sp>
    </p:spTree>
    <p:extLst>
      <p:ext uri="{BB962C8B-B14F-4D97-AF65-F5344CB8AC3E}">
        <p14:creationId xmlns:p14="http://schemas.microsoft.com/office/powerpoint/2010/main" val="2205980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8CF69-3B38-8F7E-8355-6FB19B15DAF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4F8975F-047D-2696-E8BE-A3A8DCE0C7AC}"/>
              </a:ext>
            </a:extLst>
          </p:cNvPr>
          <p:cNvSpPr txBox="1"/>
          <p:nvPr/>
        </p:nvSpPr>
        <p:spPr>
          <a:xfrm>
            <a:off x="340961" y="1078992"/>
            <a:ext cx="11282796" cy="4616648"/>
          </a:xfrm>
          <a:prstGeom prst="rect">
            <a:avLst/>
          </a:prstGeom>
          <a:noFill/>
        </p:spPr>
        <p:txBody>
          <a:bodyPr wrap="square" rtlCol="0">
            <a:spAutoFit/>
          </a:bodyPr>
          <a:lstStyle/>
          <a:p>
            <a:r>
              <a:rPr lang="en-IN" sz="2400" b="1" dirty="0">
                <a:latin typeface="Arial" panose="020B0604020202020204" pitchFamily="34" charset="0"/>
                <a:cs typeface="Arial" panose="020B0604020202020204" pitchFamily="34" charset="0"/>
              </a:rPr>
              <a:t>How We Simulate the Future &amp; Drive Action (The Decision Engine):</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Finding the problem is only half the battle; leaders need to know what will happen next and what action to take. This is where our third model takes over:</a:t>
            </a:r>
          </a:p>
          <a:p>
            <a:endParaRPr lang="en-IN"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IN" b="1" dirty="0">
                <a:latin typeface="Arial" panose="020B0604020202020204" pitchFamily="34" charset="0"/>
                <a:cs typeface="Arial" panose="020B0604020202020204" pitchFamily="34" charset="0"/>
              </a:rPr>
              <a:t>Model 3 (The Decision &amp; Simulation Engine):</a:t>
            </a:r>
            <a:r>
              <a:rPr lang="en-IN" dirty="0">
                <a:latin typeface="Arial" panose="020B0604020202020204" pitchFamily="34" charset="0"/>
                <a:cs typeface="Arial" panose="020B0604020202020204" pitchFamily="34" charset="0"/>
              </a:rPr>
              <a:t> It brings together the findings from Model 1 and Model 2. Using causal logic, it calculates the exact cause—such as </a:t>
            </a:r>
            <a:r>
              <a:rPr lang="en-IN" i="1" dirty="0">
                <a:latin typeface="Arial" panose="020B0604020202020204" pitchFamily="34" charset="0"/>
                <a:cs typeface="Arial" panose="020B0604020202020204" pitchFamily="34" charset="0"/>
              </a:rPr>
              <a:t>"70% of this drop was caused by the shipping strike, and 30% was our internal warehouse backlog."</a:t>
            </a:r>
            <a:r>
              <a:rPr lang="en-IN" dirty="0">
                <a:latin typeface="Arial" panose="020B0604020202020204" pitchFamily="34" charset="0"/>
                <a:cs typeface="Arial" panose="020B0604020202020204" pitchFamily="34" charset="0"/>
              </a:rPr>
              <a:t> If the data is ever unclear, it never hallucinates an answer; instead, it gives honest probability percentages and suggests a quick, low-cost test to confirm the truth.</a:t>
            </a:r>
          </a:p>
          <a:p>
            <a:pPr marL="285750" lvl="0" indent="-285750">
              <a:buFont typeface="Arial" panose="020B0604020202020204" pitchFamily="34" charset="0"/>
              <a:buChar char="•"/>
            </a:pPr>
            <a:r>
              <a:rPr lang="en-IN" b="1" dirty="0">
                <a:latin typeface="Arial" panose="020B0604020202020204" pitchFamily="34" charset="0"/>
                <a:cs typeface="Arial" panose="020B0604020202020204" pitchFamily="34" charset="0"/>
              </a:rPr>
              <a:t>Simulating the Future Before You Spend Money:</a:t>
            </a:r>
            <a:r>
              <a:rPr lang="en-IN" dirty="0">
                <a:latin typeface="Arial" panose="020B0604020202020204" pitchFamily="34" charset="0"/>
                <a:cs typeface="Arial" panose="020B0604020202020204" pitchFamily="34" charset="0"/>
              </a:rPr>
              <a:t> Before taking action, Model 3 projects what will happen over the next 30, 60, and 90 days for every possible solution. It forecasts how much revenue you will recover, how much the fix will cost, and any potential business risks.</a:t>
            </a:r>
          </a:p>
          <a:p>
            <a:pPr marL="285750" lvl="0" indent="-285750">
              <a:buFont typeface="Arial" panose="020B0604020202020204" pitchFamily="34" charset="0"/>
              <a:buChar char="•"/>
            </a:pPr>
            <a:r>
              <a:rPr lang="en-IN" b="1" dirty="0">
                <a:latin typeface="Arial" panose="020B0604020202020204" pitchFamily="34" charset="0"/>
                <a:cs typeface="Arial" panose="020B0604020202020204" pitchFamily="34" charset="0"/>
              </a:rPr>
              <a:t>Blending with Human Intuition:</a:t>
            </a:r>
            <a:r>
              <a:rPr lang="en-IN" dirty="0">
                <a:latin typeface="Arial" panose="020B0604020202020204" pitchFamily="34" charset="0"/>
                <a:cs typeface="Arial" panose="020B0604020202020204" pitchFamily="34" charset="0"/>
              </a:rPr>
              <a:t> Business leaders are always in control. Executives can easily add their own qualitative judgment or budget limits and the model instantly recalculates the recovery plan to match their strategic vision.</a:t>
            </a:r>
          </a:p>
        </p:txBody>
      </p:sp>
      <p:sp>
        <p:nvSpPr>
          <p:cNvPr id="7" name="Title 3">
            <a:extLst>
              <a:ext uri="{FF2B5EF4-FFF2-40B4-BE49-F238E27FC236}">
                <a16:creationId xmlns:a16="http://schemas.microsoft.com/office/drawing/2014/main" id="{3CD560F5-3170-FA9D-6A82-64F26ABB6399}"/>
              </a:ext>
            </a:extLst>
          </p:cNvPr>
          <p:cNvSpPr txBox="1">
            <a:spLocks/>
          </p:cNvSpPr>
          <p:nvPr/>
        </p:nvSpPr>
        <p:spPr>
          <a:xfrm>
            <a:off x="340961" y="342685"/>
            <a:ext cx="11282796" cy="423125"/>
          </a:xfrm>
          <a:prstGeom prst="rect">
            <a:avLst/>
          </a:prstGeom>
          <a:solidFill>
            <a:srgbClr val="A100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000" b="1">
                <a:solidFill>
                  <a:schemeClr val="bg1"/>
                </a:solidFill>
                <a:latin typeface="Graphik" panose="020B0503030202060203" pitchFamily="34" charset="0"/>
                <a:cs typeface="Arial" panose="020B0604020202020204" pitchFamily="34" charset="0"/>
              </a:rPr>
              <a:t>Proposed solution (200 words)</a:t>
            </a:r>
            <a:endParaRPr lang="en-IN" sz="2000" b="1" dirty="0">
              <a:solidFill>
                <a:schemeClr val="bg1"/>
              </a:solidFill>
              <a:latin typeface="Graphik" panose="020B0503030202060203" pitchFamily="34" charset="0"/>
              <a:cs typeface="Arial" panose="020B0604020202020204" pitchFamily="34" charset="0"/>
            </a:endParaRPr>
          </a:p>
        </p:txBody>
      </p:sp>
    </p:spTree>
    <p:extLst>
      <p:ext uri="{BB962C8B-B14F-4D97-AF65-F5344CB8AC3E}">
        <p14:creationId xmlns:p14="http://schemas.microsoft.com/office/powerpoint/2010/main" val="1586737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3429000"/>
            <a:ext cx="5190523" cy="984885"/>
          </a:xfrm>
        </p:spPr>
        <p:txBody>
          <a:bodyPr/>
          <a:lstStyle/>
          <a:p>
            <a:r>
              <a:rPr lang="en-US">
                <a:latin typeface="+mj-lt"/>
              </a:rPr>
              <a:t>Thank you</a:t>
            </a:r>
          </a:p>
        </p:txBody>
      </p:sp>
    </p:spTree>
    <p:extLst>
      <p:ext uri="{BB962C8B-B14F-4D97-AF65-F5344CB8AC3E}">
        <p14:creationId xmlns:p14="http://schemas.microsoft.com/office/powerpoint/2010/main" val="1583931614"/>
      </p:ext>
    </p:extLst>
  </p:cSld>
  <p:clrMapOvr>
    <a:masterClrMapping/>
  </p:clrMapOvr>
</p:sld>
</file>

<file path=ppt/theme/theme1.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2.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4.xml><?xml version="1.0" encoding="utf-8"?>
<a:theme xmlns:a="http://schemas.openxmlformats.org/drawingml/2006/main" name="1_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Graphik_v22_Accessibility" id="{B24F0E14-DE31-5248-A702-F861AB2F5F31}" vid="{E2D4869B-0EAF-0144-9FC0-81C17233BA3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119</TotalTime>
  <Words>747</Words>
  <Application>Microsoft Office PowerPoint</Application>
  <PresentationFormat>Widescreen</PresentationFormat>
  <Paragraphs>49</Paragraphs>
  <Slides>6</Slides>
  <Notes>1</Notes>
  <HiddenSlides>0</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6</vt:i4>
      </vt:variant>
    </vt:vector>
  </HeadingPairs>
  <TitlesOfParts>
    <vt:vector size="24" baseType="lpstr">
      <vt:lpstr>Aptos</vt:lpstr>
      <vt:lpstr>Arial</vt:lpstr>
      <vt:lpstr>Calibri</vt:lpstr>
      <vt:lpstr>Calibri Light</vt:lpstr>
      <vt:lpstr>Graphik</vt:lpstr>
      <vt:lpstr>Graphik Black</vt:lpstr>
      <vt:lpstr>Graphik Extralight</vt:lpstr>
      <vt:lpstr>Graphik Medium</vt:lpstr>
      <vt:lpstr>Graphik Regular</vt:lpstr>
      <vt:lpstr>Graphik Semibold</vt:lpstr>
      <vt:lpstr>Graphik-Semibold</vt:lpstr>
      <vt:lpstr>GT Sectra Fine Rg</vt:lpstr>
      <vt:lpstr>System Font</vt:lpstr>
      <vt:lpstr>Wingdings</vt:lpstr>
      <vt:lpstr>Accenture 2025</vt:lpstr>
      <vt:lpstr>Titles</vt:lpstr>
      <vt:lpstr>1_Office Theme</vt:lpstr>
      <vt:lpstr>1_Accenture 2025</vt:lpstr>
      <vt:lpstr>PowerPoint Presentation</vt:lpstr>
      <vt:lpstr>Team details</vt:lpstr>
      <vt:lpstr>Describe the problem statement (200 words)</vt:lpstr>
      <vt:lpstr>Proposed solution (200 words)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Tolentino, Ma. Antonette</dc:creator>
  <cp:lastModifiedBy>the last</cp:lastModifiedBy>
  <cp:revision>7</cp:revision>
  <dcterms:created xsi:type="dcterms:W3CDTF">2026-07-24T04:09:52Z</dcterms:created>
  <dcterms:modified xsi:type="dcterms:W3CDTF">2026-08-16T11:40:30Z</dcterms:modified>
</cp:coreProperties>
</file>