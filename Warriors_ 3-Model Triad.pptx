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2.svg" ContentType="image/svg+xml"/>
  <Override PartName="/ppt/media/image1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4" r:id="rId2"/>
    <p:sldMasterId id="2147483699" r:id="rId3"/>
    <p:sldMasterId id="2147483713" r:id="rId4"/>
  </p:sldMasterIdLst>
  <p:notesMasterIdLst>
    <p:notesMasterId r:id="rId11"/>
  </p:notesMasterIdLst>
  <p:sldIdLst>
    <p:sldId id="820" r:id="rId5"/>
    <p:sldId id="2857" r:id="rId6"/>
    <p:sldId id="1906872563" r:id="rId7"/>
    <p:sldId id="1906872569" r:id="rId8"/>
    <p:sldId id="1906872572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5E361-6728-4564-925F-CDEB010D9221}" v="1" dt="2026-08-12T11:52:41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pta, Sumit" userId="1897bf9b-0dd3-4194-b659-65bd26db6033" providerId="ADAL" clId="{5772E9CC-A2D7-4A18-9F3D-98CD1ADE6210}"/>
    <pc:docChg chg="undo custSel addSld delSld modSld modMainMaster">
      <pc:chgData name="Gupta, Sumit" userId="1897bf9b-0dd3-4194-b659-65bd26db6033" providerId="ADAL" clId="{5772E9CC-A2D7-4A18-9F3D-98CD1ADE6210}" dt="2026-08-12T11:52:43.731" v="19" actId="47"/>
      <pc:docMkLst>
        <pc:docMk/>
      </pc:docMkLst>
      <pc:sldChg chg="add">
        <pc:chgData name="Gupta, Sumit" userId="1897bf9b-0dd3-4194-b659-65bd26db6033" providerId="ADAL" clId="{5772E9CC-A2D7-4A18-9F3D-98CD1ADE6210}" dt="2026-08-12T11:52:41.597" v="18"/>
        <pc:sldMkLst>
          <pc:docMk/>
          <pc:sldMk cId="4229161518" sldId="820"/>
        </pc:sldMkLst>
      </pc:sldChg>
      <pc:sldChg chg="del">
        <pc:chgData name="Gupta, Sumit" userId="1897bf9b-0dd3-4194-b659-65bd26db6033" providerId="ADAL" clId="{5772E9CC-A2D7-4A18-9F3D-98CD1ADE6210}" dt="2026-08-12T11:52:43.731" v="19" actId="47"/>
        <pc:sldMkLst>
          <pc:docMk/>
          <pc:sldMk cId="1508494297" sldId="945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2959471642" sldId="2857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280955698" sldId="2870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969716135" sldId="1906872563"/>
        </pc:sldMkLst>
      </pc:sldChg>
      <pc:sldChg chg="delSp modSp add mod">
        <pc:chgData name="Gupta, Sumit" userId="1897bf9b-0dd3-4194-b659-65bd26db6033" providerId="ADAL" clId="{5772E9CC-A2D7-4A18-9F3D-98CD1ADE6210}" dt="2026-07-24T04:48:25.970" v="2" actId="20577"/>
        <pc:sldMkLst>
          <pc:docMk/>
          <pc:sldMk cId="2205980423" sldId="1906872569"/>
        </pc:sldMkLst>
        <pc:spChg chg="mod">
          <ac:chgData name="Gupta, Sumit" userId="1897bf9b-0dd3-4194-b659-65bd26db6033" providerId="ADAL" clId="{5772E9CC-A2D7-4A18-9F3D-98CD1ADE6210}" dt="2026-07-24T04:48:25.970" v="2" actId="20577"/>
          <ac:spMkLst>
            <pc:docMk/>
            <pc:sldMk cId="2205980423" sldId="1906872569"/>
            <ac:spMk id="4" creationId="{00000000-0000-0000-0000-000000000000}"/>
          </ac:spMkLst>
        </pc:spChg>
      </pc:sldChg>
      <pc:sldChg chg="modSp add mod">
        <pc:chgData name="Gupta, Sumit" userId="1897bf9b-0dd3-4194-b659-65bd26db6033" providerId="ADAL" clId="{5772E9CC-A2D7-4A18-9F3D-98CD1ADE6210}" dt="2026-07-24T04:48:43.369" v="7" actId="20577"/>
        <pc:sldMkLst>
          <pc:docMk/>
          <pc:sldMk cId="3845603560" sldId="1906872570"/>
        </pc:sldMkLst>
        <pc:spChg chg="mod">
          <ac:chgData name="Gupta, Sumit" userId="1897bf9b-0dd3-4194-b659-65bd26db6033" providerId="ADAL" clId="{5772E9CC-A2D7-4A18-9F3D-98CD1ADE6210}" dt="2026-07-24T04:48:43.369" v="7" actId="20577"/>
          <ac:spMkLst>
            <pc:docMk/>
            <pc:sldMk cId="3845603560" sldId="1906872570"/>
            <ac:spMk id="4" creationId="{00000000-0000-0000-0000-000000000000}"/>
          </ac:spMkLst>
        </pc:spChg>
      </pc:sldChg>
      <pc:sldMasterChg chg="delSldLayout modSldLayout">
        <pc:chgData name="Gupta, Sumit" userId="1897bf9b-0dd3-4194-b659-65bd26db6033" providerId="ADAL" clId="{5772E9CC-A2D7-4A18-9F3D-98CD1ADE6210}" dt="2026-07-24T04:49:43.724" v="17"/>
        <pc:sldMasterMkLst>
          <pc:docMk/>
          <pc:sldMasterMk cId="3154538439" sldId="2147483660"/>
        </pc:sldMasterMkLst>
        <pc:sldLayoutChg chg="modSp">
          <pc:chgData name="Gupta, Sumit" userId="1897bf9b-0dd3-4194-b659-65bd26db6033" providerId="ADAL" clId="{5772E9CC-A2D7-4A18-9F3D-98CD1ADE6210}" dt="2026-07-24T04:49:43.724" v="17"/>
          <pc:sldLayoutMkLst>
            <pc:docMk/>
            <pc:sldMasterMk cId="3154538439" sldId="2147483660"/>
            <pc:sldLayoutMk cId="2368417819" sldId="2147483662"/>
          </pc:sldLayoutMkLst>
          <pc:spChg chg="mod">
            <ac:chgData name="Gupta, Sumit" userId="1897bf9b-0dd3-4194-b659-65bd26db6033" providerId="ADAL" clId="{5772E9CC-A2D7-4A18-9F3D-98CD1ADE6210}" dt="2026-07-24T04:49:43.724" v="17"/>
            <ac:spMkLst>
              <pc:docMk/>
              <pc:sldMasterMk cId="3154538439" sldId="2147483660"/>
              <pc:sldLayoutMk cId="2368417819" sldId="2147483662"/>
              <ac:spMk id="3" creationId="{1BFF566D-EEFC-0454-54B0-66CBAB8DA700}"/>
            </ac:spMkLst>
          </pc:spChg>
        </pc:sldLayoutChg>
        <pc:sldLayoutChg chg="addSp delSp modSp mod">
          <pc:chgData name="Gupta, Sumit" userId="1897bf9b-0dd3-4194-b659-65bd26db6033" providerId="ADAL" clId="{5772E9CC-A2D7-4A18-9F3D-98CD1ADE6210}" dt="2026-07-24T04:49:43.724" v="17"/>
          <pc:sldLayoutMkLst>
            <pc:docMk/>
            <pc:sldMasterMk cId="3154538439" sldId="2147483660"/>
            <pc:sldLayoutMk cId="726607555" sldId="2147483673"/>
          </pc:sldLayoutMkLst>
          <pc:spChg chg="mod">
            <ac:chgData name="Gupta, Sumit" userId="1897bf9b-0dd3-4194-b659-65bd26db6033" providerId="ADAL" clId="{5772E9CC-A2D7-4A18-9F3D-98CD1ADE6210}" dt="2026-07-24T04:49:43.724" v="17"/>
            <ac:spMkLst>
              <pc:docMk/>
              <pc:sldMasterMk cId="3154538439" sldId="2147483660"/>
              <pc:sldLayoutMk cId="726607555" sldId="2147483673"/>
              <ac:spMk id="2" creationId="{8F090878-FDCB-E32E-7E4D-4A1D113FA508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04694-B363-4D2F-9288-55810FEE443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16013-F085-4538-9539-111F70D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5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681651-9904-804F-8355-78350773C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12634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png"/><Relationship Id="rId3" Type="http://schemas.openxmlformats.org/officeDocument/2006/relationships/image" Target="../media/image11.emf"/><Relationship Id="rId4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AC43ACC0-AD60-BDF4-2F68-94D9A9F04C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7605" y="757711"/>
            <a:ext cx="1243822" cy="35308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001" y="3010442"/>
            <a:ext cx="6793920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0622" y="4464059"/>
            <a:ext cx="6793920" cy="109284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92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1528" y="6124064"/>
            <a:ext cx="1832894" cy="1969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731500" rtl="0" eaLnBrk="1" latinLnBrk="0" hangingPunct="1">
              <a:spcAft>
                <a:spcPts val="0"/>
              </a:spcAft>
              <a:buNone/>
              <a:defRPr lang="en-US" sz="128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398002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7" y="3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29" bIns="97529" rtlCol="0" anchor="ctr"/>
          <a:lstStyle/>
          <a:p>
            <a:pPr algn="ctr"/>
            <a:endParaRPr lang="en-US" sz="1919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55" y="572600"/>
            <a:ext cx="6757704" cy="433324"/>
          </a:xfrm>
        </p:spPr>
        <p:txBody>
          <a:bodyPr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9" y="2209172"/>
            <a:ext cx="6757703" cy="734934"/>
          </a:xfrm>
          <a:prstGeom prst="rect">
            <a:avLst/>
          </a:prstGeom>
        </p:spPr>
        <p:txBody>
          <a:bodyPr/>
          <a:lstStyle>
            <a:lvl1pPr>
              <a:defRPr lang="en-US" sz="144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9" y="1403018"/>
            <a:ext cx="6757703" cy="46587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920" b="0" i="0">
                <a:solidFill>
                  <a:schemeClr val="bg2"/>
                </a:solidFill>
                <a:latin typeface="+mn-lt"/>
              </a:defRPr>
            </a:lvl1pPr>
            <a:lvl2pPr marL="365752" indent="0">
              <a:buNone/>
              <a:defRPr sz="1600" b="1"/>
            </a:lvl2pPr>
            <a:lvl3pPr marL="731500" indent="0">
              <a:buNone/>
              <a:defRPr sz="1440" b="1"/>
            </a:lvl3pPr>
            <a:lvl4pPr marL="1097249" indent="0">
              <a:buNone/>
              <a:defRPr sz="1280" b="1"/>
            </a:lvl4pPr>
            <a:lvl5pPr marL="1462999" indent="0">
              <a:buNone/>
              <a:defRPr sz="1280" b="1"/>
            </a:lvl5pPr>
            <a:lvl6pPr marL="1828749" indent="0">
              <a:buNone/>
              <a:defRPr sz="1280" b="1"/>
            </a:lvl6pPr>
            <a:lvl7pPr marL="2194498" indent="0">
              <a:buNone/>
              <a:defRPr sz="1280" b="1"/>
            </a:lvl7pPr>
            <a:lvl8pPr marL="2560249" indent="0">
              <a:buNone/>
              <a:defRPr sz="1280" b="1"/>
            </a:lvl8pPr>
            <a:lvl9pPr marL="2925999" indent="0">
              <a:buNone/>
              <a:defRPr sz="128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495177" y="6442170"/>
            <a:ext cx="1934825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r>
              <a:rPr lang="en-US" sz="64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08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714824" y="6442170"/>
            <a:ext cx="96180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64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1828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6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8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8417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7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lex 1 -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13879"/>
            <a:ext cx="12203108" cy="685799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652" y="2335980"/>
            <a:ext cx="4850670" cy="239334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576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5656" y="4880705"/>
            <a:ext cx="4850672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73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mplex 1 - Ligh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0"/>
            <a:ext cx="6074968" cy="687187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5567" y="3750135"/>
            <a:ext cx="3872092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5566" y="5092433"/>
            <a:ext cx="3872100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AC0B31-54E2-8C2A-B25C-0569D02C30D8}"/>
              </a:ext>
            </a:extLst>
          </p:cNvPr>
          <p:cNvCxnSpPr>
            <a:cxnSpLocks/>
          </p:cNvCxnSpPr>
          <p:nvPr userDrawn="1"/>
        </p:nvCxnSpPr>
        <p:spPr>
          <a:xfrm flipV="1">
            <a:off x="12030688" y="3"/>
            <a:ext cx="0" cy="686569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10493837" y="4"/>
            <a:ext cx="1698166" cy="687119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005750" y="5422430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735309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mplex 1 - Ligh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9927452" y="2976340"/>
            <a:ext cx="2264549" cy="389485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976341"/>
            <a:ext cx="6772251" cy="389485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419750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1686" y="3954223"/>
            <a:ext cx="2264549" cy="2305712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4" name="Graphic 17">
            <a:extLst>
              <a:ext uri="{FF2B5EF4-FFF2-40B4-BE49-F238E27FC236}">
                <a16:creationId xmlns:a16="http://schemas.microsoft.com/office/drawing/2014/main" id="{004BC2F2-E3DC-5CB3-0900-931F6D847B7E}"/>
              </a:ext>
            </a:extLst>
          </p:cNvPr>
          <p:cNvSpPr/>
          <p:nvPr userDrawn="1"/>
        </p:nvSpPr>
        <p:spPr>
          <a:xfrm>
            <a:off x="10787697" y="4602862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2099914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754"/>
            <a:ext cx="6235504" cy="6858000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358CE2-3010-CD39-B174-C1F97F9202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5506" y="3"/>
            <a:ext cx="4439498" cy="6858000"/>
          </a:xfrm>
          <a:prstGeom prst="rect">
            <a:avLst/>
          </a:prstGeom>
        </p:spPr>
      </p:pic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156826" y="5684823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817" y="3733230"/>
            <a:ext cx="3919968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07817" y="5065162"/>
            <a:ext cx="3919968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08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2A9A34-82D5-6262-D129-D306B6F55F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40031" y="2976069"/>
            <a:ext cx="3298274" cy="388962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75C44C-8B0B-A1AE-ABDF-0F7C1DE844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543" y="-4090"/>
            <a:ext cx="6782996" cy="2980159"/>
          </a:xfrm>
          <a:prstGeom prst="rect">
            <a:avLst/>
          </a:prstGeom>
        </p:spPr>
      </p:pic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976340"/>
            <a:ext cx="6761155" cy="3889353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61156" y="-4090"/>
            <a:ext cx="5430845" cy="29804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1431359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764AF4-DC76-040F-7F3B-393C800CFFE6}"/>
              </a:ext>
            </a:extLst>
          </p:cNvPr>
          <p:cNvSpPr/>
          <p:nvPr userDrawn="1"/>
        </p:nvSpPr>
        <p:spPr>
          <a:xfrm>
            <a:off x="6730950" y="2976067"/>
            <a:ext cx="3207355" cy="388193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813D5C-B200-03E1-0309-707A457AA933}"/>
              </a:ext>
            </a:extLst>
          </p:cNvPr>
          <p:cNvSpPr/>
          <p:nvPr userDrawn="1"/>
        </p:nvSpPr>
        <p:spPr>
          <a:xfrm>
            <a:off x="0" y="1"/>
            <a:ext cx="6771453" cy="2974598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034" y="2976341"/>
            <a:ext cx="6740122" cy="387553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398719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4F08984-5A5F-2074-4481-4456FF8131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07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26607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6F1F-FA65-4EEB-BDF1-3ABAA12E2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222" y="240215"/>
            <a:ext cx="10515600" cy="306635"/>
          </a:xfrm>
        </p:spPr>
        <p:txBody>
          <a:bodyPr lIns="0" tIns="0" rIns="0" bIns="0" anchor="t">
            <a:normAutofit/>
          </a:bodyPr>
          <a:lstStyle>
            <a:lvl1pPr>
              <a:defRPr sz="2400">
                <a:solidFill>
                  <a:srgbClr val="33CC33"/>
                </a:solidFill>
                <a:latin typeface="Graphik Black" panose="020B0A03030202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18A67-9B80-412E-9A41-C4F91B54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3647" y="6356350"/>
            <a:ext cx="2743200" cy="365125"/>
          </a:xfrm>
        </p:spPr>
        <p:txBody>
          <a:bodyPr/>
          <a:lstStyle/>
          <a:p>
            <a:fld id="{63FC6494-8DB7-494F-83AE-7187FC8A427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5E9138-10C8-4D5C-96AF-BA283019769A}"/>
              </a:ext>
            </a:extLst>
          </p:cNvPr>
          <p:cNvSpPr txBox="1"/>
          <p:nvPr userDrawn="1"/>
        </p:nvSpPr>
        <p:spPr>
          <a:xfrm>
            <a:off x="3470816" y="6629400"/>
            <a:ext cx="5250368" cy="22859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sz="8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Copyright 2022 Accenture. All rights reserved. Accenture Confidential Information. Internal Use Only</a:t>
            </a:r>
            <a:endParaRPr kumimoji="0" lang="en-US" sz="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CDE97-5B21-4B58-93AF-0B6CCB281B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9075" y="600260"/>
            <a:ext cx="10515600" cy="422275"/>
          </a:xfrm>
        </p:spPr>
        <p:txBody>
          <a:bodyPr vert="horz" lIns="0" tIns="0" rIns="0" bIns="0" rtlCol="0" anchor="t">
            <a:normAutofit/>
          </a:bodyPr>
          <a:lstStyle>
            <a:lvl1pPr>
              <a:defRPr lang="en-US" sz="1600" dirty="0" smtClean="0">
                <a:solidFill>
                  <a:srgbClr val="0070C0"/>
                </a:solidFill>
                <a:latin typeface="Graphik Black" panose="020B0A03030202060203" pitchFamily="34" charset="0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164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aybook/L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9DB20E-402F-4429-B44A-BCDD110E2DF6}"/>
              </a:ext>
            </a:extLst>
          </p:cNvPr>
          <p:cNvGrpSpPr/>
          <p:nvPr userDrawn="1"/>
        </p:nvGrpSpPr>
        <p:grpSpPr>
          <a:xfrm>
            <a:off x="1" y="-4488"/>
            <a:ext cx="12191065" cy="6862488"/>
            <a:chOff x="0" y="-3366"/>
            <a:chExt cx="9143299" cy="5146866"/>
          </a:xfrm>
        </p:grpSpPr>
        <p:sp>
          <p:nvSpPr>
            <p:cNvPr id="3" name="Rectangle">
              <a:extLst>
                <a:ext uri="{FF2B5EF4-FFF2-40B4-BE49-F238E27FC236}">
                  <a16:creationId xmlns:a16="http://schemas.microsoft.com/office/drawing/2014/main" id="{C6B6D226-A844-B141-A337-85FFBCFDE485}"/>
                </a:ext>
              </a:extLst>
            </p:cNvPr>
            <p:cNvSpPr/>
            <p:nvPr userDrawn="1"/>
          </p:nvSpPr>
          <p:spPr>
            <a:xfrm>
              <a:off x="0" y="-3366"/>
              <a:ext cx="9143299" cy="5146866"/>
            </a:xfrm>
            <a:prstGeom prst="rect">
              <a:avLst/>
            </a:prstGeom>
            <a:solidFill>
              <a:srgbClr val="F5F7F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5E5E5E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4" name="Rectangle">
              <a:extLst>
                <a:ext uri="{FF2B5EF4-FFF2-40B4-BE49-F238E27FC236}">
                  <a16:creationId xmlns:a16="http://schemas.microsoft.com/office/drawing/2014/main" id="{D989BA39-7EC6-294F-AF53-B7142E5CDB12}"/>
                </a:ext>
              </a:extLst>
            </p:cNvPr>
            <p:cNvSpPr/>
            <p:nvPr userDrawn="1"/>
          </p:nvSpPr>
          <p:spPr>
            <a:xfrm>
              <a:off x="189491" y="197168"/>
              <a:ext cx="8794630" cy="4593579"/>
            </a:xfrm>
            <a:prstGeom prst="rect">
              <a:avLst/>
            </a:pr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</p:grpSp>
      <p:sp>
        <p:nvSpPr>
          <p:cNvPr id="6" name="Copyright Ⓒ 2018 Accenture  All rights reserved">
            <a:extLst>
              <a:ext uri="{FF2B5EF4-FFF2-40B4-BE49-F238E27FC236}">
                <a16:creationId xmlns:a16="http://schemas.microsoft.com/office/drawing/2014/main" id="{8CACBDDE-75CD-C644-9B17-36349A723C74}"/>
              </a:ext>
            </a:extLst>
          </p:cNvPr>
          <p:cNvSpPr txBox="1"/>
          <p:nvPr/>
        </p:nvSpPr>
        <p:spPr>
          <a:xfrm>
            <a:off x="5688980" y="6565842"/>
            <a:ext cx="2324354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numCol="1" anchor="t">
            <a:spAutoFit/>
          </a:bodyPr>
          <a:lstStyle>
            <a:lvl1pPr algn="l" defTabSz="1828800">
              <a:defRPr sz="1600" b="0">
                <a:solidFill>
                  <a:srgbClr val="5E5E5E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lang="en-US" sz="800" noProof="0" dirty="0"/>
              <a:t>Copyright Ⓒ 2022 Accenture  All rights reserved</a:t>
            </a:r>
          </a:p>
        </p:txBody>
      </p:sp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C198B9B7-3351-804E-9791-0F86BB11B9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3757" y="515602"/>
            <a:ext cx="5880705" cy="1828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kumimoji="0" lang="en-US" sz="1051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Medium"/>
                <a:ea typeface="Graphik Medium"/>
                <a:cs typeface="Graphik Medium"/>
                <a:sym typeface="Helvetica Neue"/>
              </a:defRPr>
            </a:lvl1pPr>
          </a:lstStyle>
          <a:p>
            <a:endParaRPr lang="en-US" noProof="0"/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8B591B01-1140-A446-97B6-CB7450ED42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758" y="726500"/>
            <a:ext cx="11058137" cy="120115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Extralight"/>
                <a:ea typeface="Graphik Extralight"/>
                <a:cs typeface="Graphik Extralight"/>
                <a:sym typeface="Helvetica Neue"/>
              </a:defRPr>
            </a:lvl1pPr>
          </a:lstStyle>
          <a:p>
            <a:endParaRPr lang="en-US" noProof="0" dirty="0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74F9075F-C7D3-C945-95B7-DC8B159B600D}"/>
              </a:ext>
            </a:extLst>
          </p:cNvPr>
          <p:cNvSpPr txBox="1"/>
          <p:nvPr userDrawn="1"/>
        </p:nvSpPr>
        <p:spPr>
          <a:xfrm>
            <a:off x="11641895" y="6555881"/>
            <a:ext cx="411480" cy="1744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4127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62C197D3-294B-0846-B7D0-AC071D2CBE2F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 panose="020B0503030202060203" pitchFamily="34" charset="77"/>
                <a:ea typeface="Helvetica Neue Light"/>
                <a:cs typeface="Helvetica Neue"/>
                <a:sym typeface="Helvetica Neue"/>
              </a:rPr>
              <a:pPr marL="0" marR="0" indent="0" algn="ctr" defTabSz="4127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" panose="020B0503030202060203" pitchFamily="34" charset="77"/>
              <a:ea typeface="Helvetica Neue Light"/>
              <a:cs typeface="Helvetica Neue"/>
              <a:sym typeface="Helvetica Neue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1462AE7-3669-354B-9330-98F8761FD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6914" y="6465311"/>
            <a:ext cx="733863" cy="31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733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033">
          <p15:clr>
            <a:srgbClr val="FBAE40"/>
          </p15:clr>
        </p15:guide>
        <p15:guide id="2" orient="horz" pos="2938">
          <p15:clr>
            <a:srgbClr val="FBAE40"/>
          </p15:clr>
        </p15:guide>
        <p15:guide id="3" pos="269">
          <p15:clr>
            <a:srgbClr val="FBAE40"/>
          </p15:clr>
        </p15:guide>
        <p15:guide id="4" pos="5499">
          <p15:clr>
            <a:srgbClr val="FBAE40"/>
          </p15:clr>
        </p15:guide>
        <p15:guide id="5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647755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1AFBD-8268-6E4E-B726-58CFB1605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82312-3184-8349-A074-E375B37B5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512A5-A4BF-F04E-9728-A4BCE2E0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6AAA-2B22-9448-A19B-5118FC26E10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1ACDA-90AD-DF4E-B1C9-3175F6A31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C3B2B-4BD8-8B4A-A487-317A7260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C613-4EEB-CC4B-B0A4-9C18D758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299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469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867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903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2114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9233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4737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7462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3588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0285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1726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46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62011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316279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id="{FF7A765D-4682-9084-D606-70A59390D7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4489203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349A45E5-70FE-79EB-8E7A-1A2061B62B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7A6BE55-E9EF-68A2-0448-87EF125B2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B93529DF-12F1-3D03-117A-86D7C5AD9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17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78D30E-951E-72C4-5535-6663775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75FD5F-4D58-7741-C57A-08997F3E1D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A105FD1-CA09-BDBB-C408-AB40400D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D266AB3E-F8D9-4648-CDC8-BDA824673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43744-0C39-A052-7487-659CA9C80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145CAD81-7743-A093-B6F5-E98233328E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69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ysClr val="windowText" lastClr="000000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B644DD64-75F6-CAA6-3062-5DD0649C1338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97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>
            <a:extLst>
              <a:ext uri="{FF2B5EF4-FFF2-40B4-BE49-F238E27FC236}">
                <a16:creationId xmlns:a16="http://schemas.microsoft.com/office/drawing/2014/main" id="{50E1CD4C-93E5-0BD5-6237-D39D310F8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F9A1CCE7-7706-F83F-4541-BDA00F682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57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DFF95F-BC04-BCE4-81EC-25C099CB7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AR" sz="24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>
            <a:extLst>
              <a:ext uri="{FF2B5EF4-FFF2-40B4-BE49-F238E27FC236}">
                <a16:creationId xmlns:a16="http://schemas.microsoft.com/office/drawing/2014/main" id="{042F1CA7-6A9E-5C2F-F3C0-78D6AFD6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1AB161-4BFB-138B-C93C-DFFFE563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5F63345-6C3E-8981-5F6D-DF2B3FF6475C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EA0A3F89-649C-BCA9-F69D-4791BE39CE26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4568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A4FF600-954F-A932-EB0A-7C9AF337B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5D79A3D-AC3D-4EB4-AFB4-D6CEFA423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5818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98FE22-CDE6-88FF-ACBC-FD9C36E03D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7CBA93D-A16D-15A7-59FB-5DA53C303F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9F85972-AC4E-08A3-B374-8C2AF42D54F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21799C-032C-A3F2-FCE9-D7BE2B106C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63D9-F425-062E-85B6-BFD1ECBB98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39FCDF-0209-75C7-EEFD-72F454B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063D68-A744-CDD7-FA67-D2E3EBBCDB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764EE2-7F2F-45E2-82F3-AAF71D3E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91D4CA2-E2F2-5487-46F9-665130B94B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5359CD-D0A3-6EBD-72CC-C75E6319F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14973FE-1A5A-4784-BBEF-55CFBBF298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C62542-3EC7-23B4-6810-D7943AD8A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4DD7065-8DBD-BB8F-6299-198F246266B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8B4AEA-422E-5B9F-1050-B102C345D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3238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6ED4F0B-36A9-C1D2-C829-FDA15A800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21C5D35-2D9B-01B4-73C2-EF565E27FB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31C7DC5-DAD9-9025-120D-FBB8C142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EA33AE2-AAF8-CAB9-E244-AD70E24C3E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8EC9E534-1AD8-73C5-C5AC-15F48DA34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20805212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87111667-186F-DD25-9A4B-3608F196AB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B28B826-EFF3-117E-A205-62F240EBE2CC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1547BE7-16A3-D21E-ADAC-48D17CDF30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6C59DBC-B2E5-1892-B37B-68897D1619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4894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62BA77-FAF3-D3DC-18C0-2C2257012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72726BC-B615-3428-7DAF-2FCAE36D3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B99510A1-6B22-EF9F-A1BE-64088860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3BFEEF07-2489-1DF1-A61D-F05EF675680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9017E74-C690-EF85-4C2D-25D3ED0FF55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39088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18E800-DE3F-7813-356B-5ABD49133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C1C7CFCC-2C79-7017-C82B-A74A23285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631764B-7AB2-0534-6571-AAD04310D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823CF50-4615-0652-00EC-47F06086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376501052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64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40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solidFill>
                <a:schemeClr val="accent5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399DA3F-4572-D252-06D8-F77FDA3E4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325E3FE-E322-E468-99F4-AB5416167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F341DC-1615-BF26-3E11-E7C93BBCA3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46A6073-19DD-BFEA-265B-416448C27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817BB1-741A-B4D2-8998-7808F772A7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1E65BC6-F788-3A86-EAB2-5E9C6AA562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8A59011-034B-A4E1-6C3C-7B8CC2C908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995DA47-C5B7-57CE-BB2F-D8DF22C66E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791AE70-D198-977B-3194-D99863B9A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55334FA3-2E0A-0615-2560-B2DC41B4690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F5DE397-D6A0-D7D6-85BF-7FE7AFED82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93286B5-3D1C-B060-1798-83F5D175BF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84C73AF-390F-770C-CE5B-5193037C14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C7D3162B-A725-7B11-308B-B829F919CA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1036F6C-1EB0-4671-DED0-7D383AB6A0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0C635698-D554-679D-6A5E-E4E69ABF66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844544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7491F38-EA5D-D7B9-CAB2-157B785C3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419F48-27CD-9483-1EC7-3FB199CA40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345CBF-50C2-FB65-17ED-3D6DA4271A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AFE20C7-1104-B877-56C6-12779547D5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88AF1FA-5C2F-7A4F-3490-6716382D7C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70E8484-BCCD-6724-FC4D-BC84FAAE73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F859FF9-60D5-2DBD-4D3D-49BD3A4EC22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98D04DC-A35C-18BC-A09D-06ED6125A3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AC48787-061F-65B7-CA0E-CA985E032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0C38646-2C59-7604-F628-AACD4C03C3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08AF3CEC-3718-6D4C-CF1D-F7582BAC71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9BE62818-1BA0-8973-B3E1-B2AA7A6835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1860888-916F-055D-8C9B-DC5AE56B0E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6C40C10B-9AA5-FB91-4468-195612A4AA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87FBBF5-4C4B-2BA9-7671-182C65D1DB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E3CD5EEB-45B3-CF04-96A5-62C5367B83C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3304422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E6475EA-05F8-881F-8077-6C5A702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20225196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BD5E18-7BA8-5728-2FF2-876642FDAD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11A26-2DA7-C2CB-5CA4-C2226E69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60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98A5B9C-C3DA-AD99-4E28-C97B8A8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7F75177E-60CD-488F-76CA-383DF4BA8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976067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546719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DB73B016-14F1-76F3-AF33-93292F22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C3F8CBC-7C73-A273-514B-A95005E2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BDF14360-0E2D-7FE6-A174-E8EA0610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4471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701463-9442-1142-516A-4649647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42C45C-90BD-45D8-3274-EC8F9C34884E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6365271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ADD1F44-0234-2D57-4413-4FC6C13C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3A63DC6-F1D4-F48E-63CC-C7FB269035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1F96AC0-D13D-0E71-5754-A36D3204D2C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746C65-211F-F944-7DC6-636860898795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9766795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4958430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id="{5D9B6009-93F7-0EA3-7688-ED060527BD2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92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1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E54C0EC-61DC-B59E-7818-7970359D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29CD64B-978B-B166-4177-22D54438A4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041270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DE0ACE9-87AB-DC33-60CB-7857735C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979C23-8BE9-7323-535F-C9F3337F59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79F7D08-14C4-9387-451B-BF223111972A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AD7E4C39-2249-402B-D65E-2FB4E6A324A7}"/>
              </a:ext>
            </a:extLst>
          </p:cNvPr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4259B04-F910-6FD9-9F42-BCED33ECAEA9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 </a:t>
            </a:r>
          </a:p>
        </p:txBody>
      </p:sp>
    </p:spTree>
    <p:extLst>
      <p:ext uri="{BB962C8B-B14F-4D97-AF65-F5344CB8AC3E}">
        <p14:creationId xmlns:p14="http://schemas.microsoft.com/office/powerpoint/2010/main" val="3626589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9688D-4CDD-6E55-2855-3448FFAECBE1}"/>
              </a:ext>
            </a:extLst>
          </p:cNvPr>
          <p:cNvCxnSpPr>
            <a:cxnSpLocks/>
          </p:cNvCxnSpPr>
          <p:nvPr userDrawn="1"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D4217-E551-509C-58B9-B95944CCB63E}"/>
              </a:ext>
            </a:extLst>
          </p:cNvPr>
          <p:cNvCxnSpPr>
            <a:cxnSpLocks/>
          </p:cNvCxnSpPr>
          <p:nvPr userDrawn="1"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0" name="Text Placeholder 3a">
            <a:extLst>
              <a:ext uri="{FF2B5EF4-FFF2-40B4-BE49-F238E27FC236}">
                <a16:creationId xmlns:a16="http://schemas.microsoft.com/office/drawing/2014/main" id="{26505188-6359-30FA-BD41-1EE3AE7460F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42FCDB-4459-39E5-63C4-5DCECB1F820C}"/>
              </a:ext>
            </a:extLst>
          </p:cNvPr>
          <p:cNvCxnSpPr>
            <a:cxnSpLocks/>
          </p:cNvCxnSpPr>
          <p:nvPr userDrawn="1"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5" name="Text Placeholder 3a">
            <a:extLst>
              <a:ext uri="{FF2B5EF4-FFF2-40B4-BE49-F238E27FC236}">
                <a16:creationId xmlns:a16="http://schemas.microsoft.com/office/drawing/2014/main" id="{63F87C57-352F-9F6B-1FEC-F82F24A89FD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91468D-335A-5F09-ECAE-A20FF3432172}"/>
              </a:ext>
            </a:extLst>
          </p:cNvPr>
          <p:cNvCxnSpPr>
            <a:cxnSpLocks/>
          </p:cNvCxnSpPr>
          <p:nvPr userDrawn="1"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id="{6A205F7E-A1D0-35BC-AC88-4EDB1ABA180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id="{976843C5-C03A-A8D3-E5FA-0F07BFBDD7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1" name="Text Placeholder 3a">
            <a:extLst>
              <a:ext uri="{FF2B5EF4-FFF2-40B4-BE49-F238E27FC236}">
                <a16:creationId xmlns:a16="http://schemas.microsoft.com/office/drawing/2014/main" id="{99F72155-DC8E-FD59-347A-8E42F753924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id="{46463B47-CA2F-FBD9-29CC-24F465D0AE4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id="{AE0584A6-3ABE-9106-5EC5-8BBE05F01F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5" name="Text Placeholder 3a">
            <a:extLst>
              <a:ext uri="{FF2B5EF4-FFF2-40B4-BE49-F238E27FC236}">
                <a16:creationId xmlns:a16="http://schemas.microsoft.com/office/drawing/2014/main" id="{670F6FAD-5A3C-11EB-6E81-8B16B52F81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604467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CE15062E-1BE5-ECEF-BF47-4CDD412B3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89597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306C-DA4C-EE64-1727-749659F0A7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000A6-6DCD-FF31-392B-5CD7870A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83FD05-DB3B-FD57-46A5-ACA36397CBF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6E3600-1199-1547-D313-449C38319BD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D84B231-1D63-35B5-7ECE-7094A7C3BD42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895925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82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D3D732C-3732-CD02-EAC3-668BD05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48660C5F-04AB-D437-8D1D-398DD42B6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87445057-4F7B-3130-60F5-D78783A22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7153D109-A742-E656-63F7-1203E6EBAA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C773503D-16B0-06FF-353B-F4C73BE165A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1" name="slide number automatic">
            <a:extLst>
              <a:ext uri="{FF2B5EF4-FFF2-40B4-BE49-F238E27FC236}">
                <a16:creationId xmlns:a16="http://schemas.microsoft.com/office/drawing/2014/main" id="{922D4837-A73E-8289-1E8F-AD0D5C3080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924508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50722-1BF3-D08F-D5F2-F357EE4FD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033307"/>
            <a:ext cx="4489017" cy="39869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1123222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BE08F-518C-6621-8CFD-4A6B4150B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244185"/>
            <a:ext cx="4489017" cy="39769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CDD1F25F-57C8-B39C-4928-D5758551C5BE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5E3D15D-8C37-9915-8ED3-632625C6F4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1205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A383F73A-0DDB-6544-ADBF-6FC2D5357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76B75E-8527-3123-1BF5-5C5B849F38C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A332159-0514-2C2D-4B40-662BCE968BE7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2250694F-F294-16BF-824E-C65B31D7824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292A3-796A-5092-2636-A42C4142B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319135"/>
            <a:ext cx="4489017" cy="38270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2272842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838703"/>
            <a:ext cx="5098087" cy="78790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65F763E4-6449-FB61-1EC3-49C208D39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8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9BD1E420-1BB8-094F-77D8-F027430B1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9AA3B26C-CA7F-B4DF-EE34-75C3462C65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D5BD53D-6FAE-CF38-36EC-5B6A69250BA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0F9A526-39EE-8272-4753-D784C27C5191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761EBD1-EAAC-E1FA-6310-1DCDC89C84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21455262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>
            <a:extLst>
              <a:ext uri="{FF2B5EF4-FFF2-40B4-BE49-F238E27FC236}">
                <a16:creationId xmlns:a16="http://schemas.microsoft.com/office/drawing/2014/main" id="{54E44863-5E53-DDCD-5FA5-173816802E74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03B290-6E83-1A46-D0DD-7EDFE2CF4967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44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538720-5D87-005C-9D54-D7F07F69BE61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2025 Accenture. All rights reserved.</a:t>
            </a: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E121F1-B169-11A8-1F63-C705FECD0AAA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</p:spTree>
    <p:extLst>
      <p:ext uri="{BB962C8B-B14F-4D97-AF65-F5344CB8AC3E}">
        <p14:creationId xmlns:p14="http://schemas.microsoft.com/office/powerpoint/2010/main" val="1143801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  <p15:guide id="2" pos="2880">
          <p15:clr>
            <a:srgbClr val="C35EA4"/>
          </p15:clr>
        </p15:guide>
        <p15:guide id="3" orient="horz" pos="2707">
          <p15:clr>
            <a:srgbClr val="C35EA4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037347"/>
            <a:ext cx="7200000" cy="2783304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EEB57D04-C7D4-5631-C9F1-4248B61F952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6D94838E-FC9B-7D11-0B27-05F3B48DF76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  <p:sp>
        <p:nvSpPr>
          <p:cNvPr id="2" name="GTS_WH">
            <a:extLst>
              <a:ext uri="{FF2B5EF4-FFF2-40B4-BE49-F238E27FC236}">
                <a16:creationId xmlns:a16="http://schemas.microsoft.com/office/drawing/2014/main" id="{881075DF-C9D3-AF39-7015-D15BA74D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52469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C386F6A9-4F1A-3944-E7D3-E26B3E55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D946-575C-A63A-1F36-F73012F28C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122B155-BA05-874A-7587-FD87E46FA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30D0-8A8F-68C0-4E3A-39EE60F2A5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220583F-078A-E528-E802-2F888AD1F0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54AA6FC-4B12-B058-1F73-83023D3E1D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E7585F8-AF83-86FE-9FDC-FCBB8F0FDC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3332419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190AA3D-F653-7DE3-E814-C735080B2F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845C65E-741B-B706-0B82-1C81A0F6B5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C257B-A255-A185-7414-40904B81A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CCAA45-3EAB-F22C-1634-630066DF8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017757-DC7D-283B-40ED-71A3ADDFA6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1352EF7-C8C2-5E64-698B-A2C388CB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11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934D7-8F0E-DAC2-009E-72AA89D1034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6FFCC06-23AF-63BD-C570-7D17CA07D43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2A42FC0-DC57-2DAF-9A2D-A7CC2A4D243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5D1459B-043F-093D-F414-47A4829412A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83C65DB-7D3F-C47F-0688-6ED36B4BC35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4C9ABC01-5EC3-7241-7C4A-88F421331E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4690F9A-3FD8-58C2-C4B6-728AA0AC2D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8B4CF385-9FC6-70A9-2E90-C43EAE77F5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8CE1B5A-4E28-77C8-EB90-DDA864C98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17BC01F-7509-B7D1-2FF2-419E3035A6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5E87864-3492-16F6-7D53-F48ECFF71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0882B210-0FE9-9013-3A4F-EBDFFF0F91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7959CF-959A-6AC4-94D1-25F08AB1C4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C12817E-BFFB-996F-0414-D71850F8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25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79C29FA-AFA2-CB0C-7716-CE3754DCAD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50" name="Title 2">
            <a:extLst>
              <a:ext uri="{FF2B5EF4-FFF2-40B4-BE49-F238E27FC236}">
                <a16:creationId xmlns:a16="http://schemas.microsoft.com/office/drawing/2014/main" id="{D9DE4A47-B387-28A0-0CCF-3D11315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B6B30F3E-6876-0883-BD26-A4FC5D74BFE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68CBCB53-EDC2-430A-6091-471E4A3C0E6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637BE686-D971-81F4-FECC-526CEF4F381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>
            <a:extLst>
              <a:ext uri="{FF2B5EF4-FFF2-40B4-BE49-F238E27FC236}">
                <a16:creationId xmlns:a16="http://schemas.microsoft.com/office/drawing/2014/main" id="{BA07AFEE-DC74-E7A8-BDBA-BFFE9BF24C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>
            <a:extLst>
              <a:ext uri="{FF2B5EF4-FFF2-40B4-BE49-F238E27FC236}">
                <a16:creationId xmlns:a16="http://schemas.microsoft.com/office/drawing/2014/main" id="{90E75D7F-D480-7A96-4F8E-3631E15DA2A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183F93F6-A09B-A2EF-64C2-4902846E241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678182CD-97A5-B632-A606-E290F2E8F0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BC20362B-D8E4-FBCA-BA42-83663531AA4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7B74B01-5E96-C593-2AE8-1AC067D6C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77DA96FA-342F-3709-1656-B7FC6C905D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ED6B8B6-1CF0-A57B-C39A-E87D9D357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A4ACC4B-F1AD-98A5-3F4F-0528E81C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03511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>
            <a:extLst>
              <a:ext uri="{FF2B5EF4-FFF2-40B4-BE49-F238E27FC236}">
                <a16:creationId xmlns:a16="http://schemas.microsoft.com/office/drawing/2014/main" id="{EE96B902-DA40-F453-88BF-C5A865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BAE735C4-1315-5604-E715-00812A7473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F0E9B0EE-00BA-77AC-391E-0B1F0E1E8A9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8A6DE4FC-AD43-5522-F3DC-8CCFCDC5C1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1BD069D5-BE5E-6066-FCA3-0DF229CA234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8">
            <a:extLst>
              <a:ext uri="{FF2B5EF4-FFF2-40B4-BE49-F238E27FC236}">
                <a16:creationId xmlns:a16="http://schemas.microsoft.com/office/drawing/2014/main" id="{9411D50B-1629-1008-57E7-75FEA9042E4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ADF38582-16D1-8220-29AD-F720575DB7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97C37837-0060-AD69-31D2-1F8111CE866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E38C952C-69EF-B109-2D9A-0E1226273D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DE8A2EE3-FD03-89B1-82A0-A678E022E3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F179A0E0-1EF9-E854-A005-C3FFC783DA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98575771-F64F-E2C2-0963-4F7DA15F53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067F82A-448D-AF56-DCF9-8FC95A5EA8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C90D0832-8997-2CF3-4C1C-76EC7DBBE3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78182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7B8B3ED-3C30-8209-EC37-30BECCCAC6D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C7F0577-7039-34CE-9E81-1E1B5179E19A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9183D5-43A1-CED9-DE7A-152AD40F1D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DC001A2-2BC9-E92E-1900-07D1D55C844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D6DEAA1-1809-9174-41B2-A167C7EF0B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EA45CAC-A034-EBF8-A42A-D240A01CA2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4B252BC-9982-2E12-F243-0ED078DBC2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6F0EDA-C6BC-1437-B68C-8779352D0B2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B87DF950-8C59-5635-493B-47BF5B6B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A515A847-B8F1-0835-FEF9-D0644A3666A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AFFDAEDA-7A67-EFF8-97FE-53895BDD734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id="{CDEC200D-4F91-75FF-B3FC-CC83B1D2B426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0C873EF1-166E-2DEB-DEA4-F4E92E72812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EE6421DF-C4CF-347F-3F9F-B7C15DD342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3C744BB-1061-9BD7-2063-D4FC3BA87A0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B23E977-71EF-1003-3CEF-A8A4D0D7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3B567A05-2B76-107C-E1AA-BD5AA1C1C53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</p:spTree>
    <p:extLst>
      <p:ext uri="{BB962C8B-B14F-4D97-AF65-F5344CB8AC3E}">
        <p14:creationId xmlns:p14="http://schemas.microsoft.com/office/powerpoint/2010/main" val="34563251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>
            <a:extLst>
              <a:ext uri="{FF2B5EF4-FFF2-40B4-BE49-F238E27FC236}">
                <a16:creationId xmlns:a16="http://schemas.microsoft.com/office/drawing/2014/main" id="{AF158A12-E108-974D-4A28-D2DDBC9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02CBC2-D34A-FE3B-A3F7-4E4A194F26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id="{D9BDCE52-89A2-2B74-090A-1C2EF419094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id="{719A3D27-6186-F931-9BF2-812767B56DF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221FD96F-56ED-3F4E-D5EC-ECE899136886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>
            <a:extLst>
              <a:ext uri="{FF2B5EF4-FFF2-40B4-BE49-F238E27FC236}">
                <a16:creationId xmlns:a16="http://schemas.microsoft.com/office/drawing/2014/main" id="{BE2DD9EE-FBA3-C33C-873A-4515866F5D7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B77582B8-1D1F-CACA-D550-1CD5A949EEA4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17E0A0A0-43CE-5971-7C1E-E8F5AFA224E0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>
            <a:extLst>
              <a:ext uri="{FF2B5EF4-FFF2-40B4-BE49-F238E27FC236}">
                <a16:creationId xmlns:a16="http://schemas.microsoft.com/office/drawing/2014/main" id="{40572D3B-08EC-27FB-6A1E-C67DB00074BA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id="{D5EF76A9-F22D-ED1F-C0F0-815EF85BAB7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EDE1E1C-A17A-6673-F251-3E95D2B9A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B75AE2-2832-8C3E-9FFF-A5DFC859EF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9767B47-D047-556C-4306-FDB23A313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FA34033-541B-ACBB-7450-5B6532CB8D0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7EC0A-DE98-38CE-AFC3-B90030BE5ED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0A955C-7D16-1E89-F214-1FE4ABD4D8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62963-2880-9DF0-CBA4-3B8CB37B8C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1BD90B-C753-B163-80B8-1E78E44062C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GTS_Purple">
            <a:extLst>
              <a:ext uri="{FF2B5EF4-FFF2-40B4-BE49-F238E27FC236}">
                <a16:creationId xmlns:a16="http://schemas.microsoft.com/office/drawing/2014/main" id="{B69C02E9-D221-652D-E7A0-F40E48E0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14855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2412D-AD03-BACB-C691-EC79CDF8A06A}"/>
              </a:ext>
            </a:extLst>
          </p:cNvPr>
          <p:cNvSpPr txBox="1"/>
          <p:nvPr userDrawn="1"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382540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230204-CC18-5C95-0BFC-9C8E11430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2474523B-1F34-A604-B640-C5B887005C9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28236719-F299-27AE-8104-D07B5280084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51328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E89B75D-7DDF-ED09-FE69-8B56D6AED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4655C9C-EA3F-C392-C162-DB5AFB9184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id="{E30B0B1B-B70F-0FD3-F9A3-B0EE6C801E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71CDECC6-DEE3-D5F7-A7C8-D4473D9F4F71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29128A2-7647-DB1F-6198-C2A2C402A7B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8589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9BDC0A4D-E346-3CCE-788C-9669BEFC9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D9945356-3D82-526D-F3EC-EF9A544BCDC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602F9E-5DF1-F42B-7D21-8791F0ABAE8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043D01E8-2D14-8582-D392-AC17CD2A419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286CD00-6CFB-20C2-A09E-D720E036052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5552C60D-F6B3-15A8-3518-C6B4BC2F4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3EB0FF-A89F-1F16-2674-8CA149E690B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8BB12B5F-02FD-86E4-33E5-F8118970C9C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CFC039C-2FE3-6F68-1711-363159A29E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6821285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E13751C-7DFF-BC74-C2E3-F873D7210D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CEAEA-C612-CFB5-8548-FA7A606FA7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15EB609-6106-F616-161A-9233408C62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B439E6-E715-1347-EEE3-DF2D5F246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Bottom tag">
            <a:extLst>
              <a:ext uri="{FF2B5EF4-FFF2-40B4-BE49-F238E27FC236}">
                <a16:creationId xmlns:a16="http://schemas.microsoft.com/office/drawing/2014/main" id="{F77F3A03-358C-60D3-DCF9-8A5F83118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2" name="GTS_WH">
            <a:extLst>
              <a:ext uri="{FF2B5EF4-FFF2-40B4-BE49-F238E27FC236}">
                <a16:creationId xmlns:a16="http://schemas.microsoft.com/office/drawing/2014/main" id="{DBC74FCB-98B7-4709-AC5F-5575E6BA2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281AFB62-DF00-C781-B194-BA35B5F26ED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5A95B4E2-055A-BEE2-36E8-45DD70D13404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571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02CA0A6-65B9-D658-1AEC-00085854F8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FC923C6-9E63-5C37-D6CE-0C0C7F31BA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E3ED24E-CC9B-F99D-ABD2-271CAAC31C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rgbClr val="FFFFFF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B939A4D-3841-382E-4112-16375BBF9CD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E60B30CA-91CE-53D4-4E41-25E96266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6DCEC7C-94EF-9488-4BC9-3AC6108281E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3" name="slide number automatic">
            <a:extLst>
              <a:ext uri="{FF2B5EF4-FFF2-40B4-BE49-F238E27FC236}">
                <a16:creationId xmlns:a16="http://schemas.microsoft.com/office/drawing/2014/main" id="{DFF01EE3-5EDD-45BD-F1D7-076E2C959D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1080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DD3BC9E6-13A7-8817-A32A-4CC03E87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C27019-ACF1-C483-EFEB-3CC77DD9EF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A7B63BD-36F9-7F57-E2CF-44D615E0F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970BA5E-9C63-BA7D-B45C-5186452F24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FAE69D-63C7-3796-16D2-0EA82AB276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35">
            <a:extLst>
              <a:ext uri="{FF2B5EF4-FFF2-40B4-BE49-F238E27FC236}">
                <a16:creationId xmlns:a16="http://schemas.microsoft.com/office/drawing/2014/main" id="{EF1A1C24-C0B7-DF19-B492-C0ED29CE9AF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5F2E67CA-5DA7-3CD1-C175-808A139D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51A4FC9-6DF5-ABE3-94E1-8598B7A527EA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C826E34F-821D-D174-AEA1-2830AED1A7A3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3" name="GTS_WH">
            <a:extLst>
              <a:ext uri="{FF2B5EF4-FFF2-40B4-BE49-F238E27FC236}">
                <a16:creationId xmlns:a16="http://schemas.microsoft.com/office/drawing/2014/main" id="{8F51FE85-6E94-3AD8-FB82-A8BAB773D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39475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0352A97-ED89-7C2F-0063-10DA374C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6B6460F-92C4-7868-A99F-7C747B3900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AF65655-CFF6-96F8-B90D-8BE8496D68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F0D47A-40F3-3312-FD52-DB56907BD0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6AFAE1-C867-607D-7626-06B37DD893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ottom tag">
            <a:extLst>
              <a:ext uri="{FF2B5EF4-FFF2-40B4-BE49-F238E27FC236}">
                <a16:creationId xmlns:a16="http://schemas.microsoft.com/office/drawing/2014/main" id="{C7D43BFE-04FF-915B-AF75-EF92EB85E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0DFD68-7311-16D8-3418-1A322FD33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pyright">
            <a:extLst>
              <a:ext uri="{FF2B5EF4-FFF2-40B4-BE49-F238E27FC236}">
                <a16:creationId xmlns:a16="http://schemas.microsoft.com/office/drawing/2014/main" id="{6F38CEE2-3D5C-A0E3-1BE3-09AB0AC2546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6" name="slide number automatic">
            <a:extLst>
              <a:ext uri="{FF2B5EF4-FFF2-40B4-BE49-F238E27FC236}">
                <a16:creationId xmlns:a16="http://schemas.microsoft.com/office/drawing/2014/main" id="{FC53484B-EB21-70B6-32DD-8344CAE70A1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2DFC2805-A4A5-BE1F-72EF-71C8FE15A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62832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72060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06901E-2FDA-B887-CCF5-FADFC0C3B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>
            <a:extLst>
              <a:ext uri="{FF2B5EF4-FFF2-40B4-BE49-F238E27FC236}">
                <a16:creationId xmlns:a16="http://schemas.microsoft.com/office/drawing/2014/main" id="{64951822-2C90-C040-C685-A9310D236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5D5952F7-6C63-8F87-4E22-999BB41F26C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540D3C9F-6433-4B02-3A65-24CE972551F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6919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9530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6.xml"/><Relationship Id="rId1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4.xml"/><Relationship Id="rId29" Type="http://schemas.openxmlformats.org/officeDocument/2006/relationships/slideLayout" Target="../slideLayouts/slideLayout55.xml"/><Relationship Id="rId30" Type="http://schemas.openxmlformats.org/officeDocument/2006/relationships/slideLayout" Target="../slideLayouts/slideLayout56.xml"/><Relationship Id="rId31" Type="http://schemas.openxmlformats.org/officeDocument/2006/relationships/slideLayout" Target="../slideLayouts/slideLayout57.xml"/><Relationship Id="rId32" Type="http://schemas.openxmlformats.org/officeDocument/2006/relationships/slideLayout" Target="../slideLayouts/slideLayout58.xml"/><Relationship Id="rId33" Type="http://schemas.openxmlformats.org/officeDocument/2006/relationships/slideLayout" Target="../slideLayouts/slideLayout59.xml"/><Relationship Id="rId34" Type="http://schemas.openxmlformats.org/officeDocument/2006/relationships/slideLayout" Target="../slideLayouts/slideLayout60.xml"/><Relationship Id="rId35" Type="http://schemas.openxmlformats.org/officeDocument/2006/relationships/slideLayout" Target="../slideLayouts/slideLayout61.xml"/><Relationship Id="rId36" Type="http://schemas.openxmlformats.org/officeDocument/2006/relationships/slideLayout" Target="../slideLayouts/slideLayout62.xml"/><Relationship Id="rId37" Type="http://schemas.openxmlformats.org/officeDocument/2006/relationships/slideLayout" Target="../slideLayouts/slideLayout63.xml"/><Relationship Id="rId38" Type="http://schemas.openxmlformats.org/officeDocument/2006/relationships/slideLayout" Target="../slideLayouts/slideLayout64.xml"/><Relationship Id="rId39" Type="http://schemas.openxmlformats.org/officeDocument/2006/relationships/slideLayout" Target="../slideLayouts/slideLayout65.xml"/><Relationship Id="rId40" Type="http://schemas.openxmlformats.org/officeDocument/2006/relationships/slideLayout" Target="../slideLayouts/slideLayout66.xml"/><Relationship Id="rId41" Type="http://schemas.openxmlformats.org/officeDocument/2006/relationships/slideLayout" Target="../slideLayouts/slideLayout67.xml"/><Relationship Id="rId42" Type="http://schemas.openxmlformats.org/officeDocument/2006/relationships/slideLayout" Target="../slideLayouts/slideLayout68.xml"/><Relationship Id="rId43" Type="http://schemas.openxmlformats.org/officeDocument/2006/relationships/slideLayout" Target="../slideLayouts/slideLayout69.xml"/><Relationship Id="rId44" Type="http://schemas.openxmlformats.org/officeDocument/2006/relationships/slideLayout" Target="../slideLayouts/slideLayout70.xml"/><Relationship Id="rId45" Type="http://schemas.openxmlformats.org/officeDocument/2006/relationships/slideLayout" Target="../slideLayouts/slideLayout71.xml"/><Relationship Id="rId46" Type="http://schemas.openxmlformats.org/officeDocument/2006/relationships/slideLayout" Target="../slideLayouts/slideLayout72.xml"/><Relationship Id="rId47" Type="http://schemas.openxmlformats.org/officeDocument/2006/relationships/slideLayout" Target="../slideLayouts/slideLayout73.xml"/><Relationship Id="rId48" Type="http://schemas.openxmlformats.org/officeDocument/2006/relationships/slideLayout" Target="../slideLayouts/slideLayout74.xml"/><Relationship Id="rId49" Type="http://schemas.openxmlformats.org/officeDocument/2006/relationships/slideLayout" Target="../slideLayouts/slideLayout75.xml"/><Relationship Id="rId50" Type="http://schemas.openxmlformats.org/officeDocument/2006/relationships/slideLayout" Target="../slideLayouts/slideLayout76.xml"/><Relationship Id="rId51" Type="http://schemas.openxmlformats.org/officeDocument/2006/relationships/slideLayout" Target="../slideLayouts/slideLayout77.xml"/><Relationship Id="rId52" Type="http://schemas.openxmlformats.org/officeDocument/2006/relationships/slideLayout" Target="../slideLayouts/slideLayout78.xml"/><Relationship Id="rId53" Type="http://schemas.openxmlformats.org/officeDocument/2006/relationships/slideLayout" Target="../slideLayouts/slideLayout79.xml"/><Relationship Id="rId54" Type="http://schemas.openxmlformats.org/officeDocument/2006/relationships/slideLayout" Target="../slideLayouts/slideLayout80.xml"/><Relationship Id="rId55" Type="http://schemas.openxmlformats.org/officeDocument/2006/relationships/slideLayout" Target="../slideLayouts/slideLayout81.xml"/><Relationship Id="rId56" Type="http://schemas.openxmlformats.org/officeDocument/2006/relationships/slideLayout" Target="../slideLayouts/slideLayout82.xml"/><Relationship Id="rId57" Type="http://schemas.openxmlformats.org/officeDocument/2006/relationships/slideLayout" Target="../slideLayouts/slideLayout83.xml"/><Relationship Id="rId58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357864" cy="43332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1" y="1371602"/>
            <a:ext cx="11357864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</p:spTree>
    <p:extLst>
      <p:ext uri="{BB962C8B-B14F-4D97-AF65-F5344CB8AC3E}">
        <p14:creationId xmlns:p14="http://schemas.microsoft.com/office/powerpoint/2010/main" val="315453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3" r:id="rId9"/>
  </p:sldLayoutIdLst>
  <p:hf sldNum="0" hdr="0" ftr="0" dt="0"/>
  <p:txStyles>
    <p:titleStyle>
      <a:lvl1pPr algn="l" defTabSz="731500" rtl="0" eaLnBrk="1" latinLnBrk="0" hangingPunct="1">
        <a:lnSpc>
          <a:spcPct val="80000"/>
        </a:lnSpc>
        <a:spcBef>
          <a:spcPct val="0"/>
        </a:spcBef>
        <a:buNone/>
        <a:defRPr sz="352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874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365752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548626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731500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8891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Graphik" panose="020B0503030202060203" pitchFamily="34" charset="0"/>
        <a:buNone/>
        <a:tabLst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8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2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0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2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7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498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5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1">
          <p15:clr>
            <a:srgbClr val="5ACBF0"/>
          </p15:clr>
        </p15:guide>
        <p15:guide id="8" pos="435">
          <p15:clr>
            <a:srgbClr val="9FCC3B"/>
          </p15:clr>
        </p15:guide>
        <p15:guide id="9" pos="916">
          <p15:clr>
            <a:srgbClr val="C35EA4"/>
          </p15:clr>
        </p15:guide>
        <p15:guide id="10" pos="9392">
          <p15:clr>
            <a:srgbClr val="5ACBF0"/>
          </p15:clr>
        </p15:guide>
        <p15:guide id="11" pos="207">
          <p15:clr>
            <a:srgbClr val="5ACBF0"/>
          </p15:clr>
        </p15:guide>
        <p15:guide id="12" orient="horz" pos="4832">
          <p15:clr>
            <a:srgbClr val="5ACBF0"/>
          </p15:clr>
        </p15:guide>
        <p15:guide id="13" pos="9164">
          <p15:clr>
            <a:srgbClr val="9FCC3B"/>
          </p15:clr>
        </p15:guide>
        <p15:guide id="14" orient="horz" pos="401">
          <p15:clr>
            <a:srgbClr val="9FCC3B"/>
          </p15:clr>
        </p15:guide>
        <p15:guide id="15" orient="horz" pos="4622">
          <p15:clr>
            <a:srgbClr val="9FCC3B"/>
          </p15:clr>
        </p15:guide>
        <p15:guide id="16" orient="horz" pos="983">
          <p15:clr>
            <a:srgbClr val="A4A3A4"/>
          </p15:clr>
        </p15:guide>
        <p15:guide id="17" orient="horz" pos="4490">
          <p15:clr>
            <a:srgbClr val="A4A3A4"/>
          </p15:clr>
        </p15:guide>
        <p15:guide id="18" pos="8654">
          <p15:clr>
            <a:srgbClr val="C35EA4"/>
          </p15:clr>
        </p15:guide>
        <p15:guide id="19" orient="horz" pos="1351">
          <p15:clr>
            <a:srgbClr val="FDE53C"/>
          </p15:clr>
        </p15:guide>
        <p15:guide id="20" pos="8768">
          <p15:clr>
            <a:srgbClr val="F26B43"/>
          </p15:clr>
        </p15:guide>
        <p15:guide id="21" pos="8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98D3F2-5EC6-4985-85B5-4178882BC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50E54BBC-E15F-4274-9991-03B6F5BA4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474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</p:sldLayoutIdLst>
  <p:hf hd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692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62129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  <p:sldLayoutId id="2147483743" r:id="rId30"/>
    <p:sldLayoutId id="2147483744" r:id="rId31"/>
    <p:sldLayoutId id="2147483745" r:id="rId32"/>
    <p:sldLayoutId id="2147483746" r:id="rId33"/>
    <p:sldLayoutId id="2147483747" r:id="rId34"/>
    <p:sldLayoutId id="2147483748" r:id="rId35"/>
    <p:sldLayoutId id="2147483749" r:id="rId36"/>
    <p:sldLayoutId id="2147483750" r:id="rId37"/>
    <p:sldLayoutId id="2147483751" r:id="rId38"/>
    <p:sldLayoutId id="2147483752" r:id="rId39"/>
    <p:sldLayoutId id="2147483753" r:id="rId40"/>
    <p:sldLayoutId id="2147483754" r:id="rId41"/>
    <p:sldLayoutId id="2147483755" r:id="rId42"/>
    <p:sldLayoutId id="2147483756" r:id="rId43"/>
    <p:sldLayoutId id="2147483757" r:id="rId44"/>
    <p:sldLayoutId id="2147483758" r:id="rId45"/>
    <p:sldLayoutId id="2147483759" r:id="rId46"/>
    <p:sldLayoutId id="2147483760" r:id="rId47"/>
    <p:sldLayoutId id="2147483761" r:id="rId48"/>
    <p:sldLayoutId id="2147483762" r:id="rId49"/>
    <p:sldLayoutId id="2147483763" r:id="rId50"/>
    <p:sldLayoutId id="2147483764" r:id="rId51"/>
    <p:sldLayoutId id="2147483765" r:id="rId52"/>
    <p:sldLayoutId id="2147483766" r:id="rId53"/>
    <p:sldLayoutId id="2147483767" r:id="rId54"/>
    <p:sldLayoutId id="2147483768" r:id="rId55"/>
    <p:sldLayoutId id="2147483769" r:id="rId56"/>
    <p:sldLayoutId id="2147483770" r:id="rId57"/>
  </p:sldLayoutIdLst>
  <p:hf sldNum="0"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8" pos="347">
          <p15:clr>
            <a:srgbClr val="9FCC3B"/>
          </p15:clr>
        </p15:guide>
        <p15:guide id="9" pos="733">
          <p15:clr>
            <a:srgbClr val="C35EA4"/>
          </p15:clr>
        </p15:guide>
        <p15:guide id="10" pos="7514">
          <p15:clr>
            <a:srgbClr val="5ACBF0"/>
          </p15:clr>
        </p15:guide>
        <p15:guide id="11" pos="166">
          <p15:clr>
            <a:srgbClr val="5ACBF0"/>
          </p15:clr>
        </p15:guide>
        <p15:guide id="12" orient="horz" pos="4156">
          <p15:clr>
            <a:srgbClr val="5ACBF0"/>
          </p15:clr>
        </p15:guide>
        <p15:guide id="13" pos="7333">
          <p15:clr>
            <a:srgbClr val="9FCC3B"/>
          </p15:clr>
        </p15:guide>
        <p15:guide id="14" orient="horz" pos="346">
          <p15:clr>
            <a:srgbClr val="9FCC3B"/>
          </p15:clr>
        </p15:guide>
        <p15:guide id="15" orient="horz" pos="3974">
          <p15:clr>
            <a:srgbClr val="9FCC3B"/>
          </p15:clr>
        </p15:guide>
        <p15:guide id="16" orient="horz" pos="845">
          <p15:clr>
            <a:srgbClr val="A4A3A4"/>
          </p15:clr>
        </p15:guide>
        <p15:guide id="17" orient="horz" pos="3861">
          <p15:clr>
            <a:srgbClr val="A4A3A4"/>
          </p15:clr>
        </p15:guide>
        <p15:guide id="18" pos="6924">
          <p15:clr>
            <a:srgbClr val="C35EA4"/>
          </p15:clr>
        </p15:guide>
        <p15:guide id="19" orient="horz" pos="1162">
          <p15:clr>
            <a:srgbClr val="FDE53C"/>
          </p15:clr>
        </p15:guide>
        <p15:guide id="20" pos="7015">
          <p15:clr>
            <a:srgbClr val="F26B43"/>
          </p15:clr>
        </p15:guide>
        <p15:guide id="21" pos="665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Relationship Id="rId4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7.jpeg"/><Relationship Id="rId3" Type="http://schemas.openxmlformats.org/officeDocument/2006/relationships/image" Target="../media/image18.jpeg"/><Relationship Id="rId4" Type="http://schemas.openxmlformats.org/officeDocument/2006/relationships/image" Target="../media/image19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F81C1D7-25E7-2AEA-5B9C-B4934B416F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3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935BF95-9260-FF3E-8BA1-F61D8AD0F5C6}"/>
              </a:ext>
            </a:extLst>
          </p:cNvPr>
          <p:cNvSpPr txBox="1"/>
          <p:nvPr/>
        </p:nvSpPr>
        <p:spPr>
          <a:xfrm>
            <a:off x="2989992" y="5411118"/>
            <a:ext cx="6212017" cy="566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Semibold" panose="020B0503030202060203" pitchFamily="34" charset="77"/>
                <a:ea typeface="+mn-ea"/>
                <a:cs typeface="+mn-cs"/>
              </a:rPr>
              <a:t>AI reinvention made real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D2B6F5-4632-A6A7-D235-C4D1E256BD27}"/>
              </a:ext>
            </a:extLst>
          </p:cNvPr>
          <p:cNvSpPr/>
          <p:nvPr/>
        </p:nvSpPr>
        <p:spPr>
          <a:xfrm>
            <a:off x="3858744" y="5990476"/>
            <a:ext cx="4474512" cy="352647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Regular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48F6C9-FCFE-86D4-8670-F533A4CE4650}"/>
              </a:ext>
            </a:extLst>
          </p:cNvPr>
          <p:cNvSpPr txBox="1"/>
          <p:nvPr/>
        </p:nvSpPr>
        <p:spPr>
          <a:xfrm>
            <a:off x="3858744" y="5972549"/>
            <a:ext cx="447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Accenture Innovation Challenge 2026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0F1EFF8-B673-136C-4910-73D1BC907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93" y="667062"/>
            <a:ext cx="1251231" cy="33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6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3E37827-E5D7-46FD-9143-ABFBF88A628E}"/>
              </a:ext>
            </a:extLst>
          </p:cNvPr>
          <p:cNvSpPr/>
          <p:nvPr/>
        </p:nvSpPr>
        <p:spPr>
          <a:xfrm>
            <a:off x="7385349" y="2505161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1E876B-A706-450C-8C34-951E6FA6C00F}"/>
              </a:ext>
            </a:extLst>
          </p:cNvPr>
          <p:cNvSpPr/>
          <p:nvPr/>
        </p:nvSpPr>
        <p:spPr>
          <a:xfrm>
            <a:off x="852718" y="2506579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00A31654-439B-4571-B7B1-2E29E58E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525056"/>
            <a:ext cx="11430000" cy="726439"/>
          </a:xfrm>
        </p:spPr>
        <p:txBody>
          <a:bodyPr/>
          <a:lstStyle/>
          <a:p>
            <a:r>
              <a:rPr lang="en-US" dirty="0"/>
              <a:t>Team details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58B87F-AD17-4B30-9FAA-C5C07FCFFE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6202" y="6519009"/>
            <a:ext cx="385711" cy="20637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23" name="Picture Placeholder 75">
            <a:extLst>
              <a:ext uri="{FF2B5EF4-FFF2-40B4-BE49-F238E27FC236}">
                <a16:creationId xmlns:a16="http://schemas.microsoft.com/office/drawing/2014/main" id="{8DF0ED10-FA32-47BA-8D4F-7620C7B46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6636" y="2405772"/>
            <a:ext cx="1434218" cy="1471323"/>
          </a:xfrm>
          <a:prstGeom prst="rect">
            <a:avLst/>
          </a:prstGeom>
        </p:spPr>
      </p:pic>
      <p:sp>
        <p:nvSpPr>
          <p:cNvPr id="39" name="Text Placeholder 27">
            <a:extLst>
              <a:ext uri="{FF2B5EF4-FFF2-40B4-BE49-F238E27FC236}">
                <a16:creationId xmlns:a16="http://schemas.microsoft.com/office/drawing/2014/main" id="{1D437424-4E2F-45EB-945E-4A07F8154854}"/>
              </a:ext>
            </a:extLst>
          </p:cNvPr>
          <p:cNvSpPr txBox="1">
            <a:spLocks/>
          </p:cNvSpPr>
          <p:nvPr/>
        </p:nvSpPr>
        <p:spPr>
          <a:xfrm>
            <a:off x="2637616" y="2098914"/>
            <a:ext cx="3177007" cy="811161"/>
          </a:xfrm>
          <a:prstGeom prst="rect">
            <a:avLst/>
          </a:prstGeom>
        </p:spPr>
        <p:txBody>
          <a:bodyPr vert="horz" lIns="0" tIns="0" rIns="0" bIns="0" rtlCol="0" anchor="b">
            <a:normAutofit fontScale="92500" lnSpcReduction="20000"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Harsh Singh Baghel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13373B-BBFC-437A-A7F1-E5017F23DD33}"/>
              </a:ext>
            </a:extLst>
          </p:cNvPr>
          <p:cNvSpPr/>
          <p:nvPr/>
        </p:nvSpPr>
        <p:spPr>
          <a:xfrm>
            <a:off x="255634" y="6368280"/>
            <a:ext cx="670956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Graphik"/>
                <a:ea typeface="+mn-ea"/>
                <a:cs typeface="+mn-cs"/>
              </a:rPr>
              <a:t>All fields are mandatory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6E72D5-38A8-4FA5-9EBD-60021A357B2A}"/>
              </a:ext>
            </a:extLst>
          </p:cNvPr>
          <p:cNvSpPr/>
          <p:nvPr/>
        </p:nvSpPr>
        <p:spPr>
          <a:xfrm>
            <a:off x="852718" y="4463806"/>
            <a:ext cx="1481237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Photo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3A2336-9DAB-4FE3-86E5-A5694B473965}"/>
              </a:ext>
            </a:extLst>
          </p:cNvPr>
          <p:cNvCxnSpPr>
            <a:cxnSpLocks/>
          </p:cNvCxnSpPr>
          <p:nvPr/>
        </p:nvCxnSpPr>
        <p:spPr>
          <a:xfrm>
            <a:off x="6096000" y="1521230"/>
            <a:ext cx="0" cy="4523725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2BAEA9-C010-474F-8C80-BD3D504C25C1}"/>
              </a:ext>
            </a:extLst>
          </p:cNvPr>
          <p:cNvCxnSpPr/>
          <p:nvPr/>
        </p:nvCxnSpPr>
        <p:spPr>
          <a:xfrm>
            <a:off x="2623232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27">
            <a:extLst>
              <a:ext uri="{FF2B5EF4-FFF2-40B4-BE49-F238E27FC236}">
                <a16:creationId xmlns:a16="http://schemas.microsoft.com/office/drawing/2014/main" id="{83134DD2-B1F2-44EA-BCAB-CB7F6D0B5057}"/>
              </a:ext>
            </a:extLst>
          </p:cNvPr>
          <p:cNvSpPr txBox="1">
            <a:spLocks/>
          </p:cNvSpPr>
          <p:nvPr/>
        </p:nvSpPr>
        <p:spPr>
          <a:xfrm>
            <a:off x="2751413" y="4203349"/>
            <a:ext cx="1474707" cy="811161"/>
          </a:xfrm>
          <a:prstGeom prst="rect">
            <a:avLst/>
          </a:prstGeom>
        </p:spPr>
        <p:txBody>
          <a:bodyPr vert="horz" lIns="0" tIns="0" rIns="0" bIns="0" rtlCol="0" anchor="b">
            <a:normAutofit fontScale="92500" lnSpcReduction="20000"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latin typeface="Graphik"/>
              </a:rPr>
              <a:t>Rathod Rudra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57CC230-E21C-4184-9D11-81950CC08A89}"/>
              </a:ext>
            </a:extLst>
          </p:cNvPr>
          <p:cNvCxnSpPr/>
          <p:nvPr/>
        </p:nvCxnSpPr>
        <p:spPr>
          <a:xfrm>
            <a:off x="2751413" y="5101825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Placeholder 75">
            <a:extLst>
              <a:ext uri="{FF2B5EF4-FFF2-40B4-BE49-F238E27FC236}">
                <a16:creationId xmlns:a16="http://schemas.microsoft.com/office/drawing/2014/main" id="{5E355391-27FE-4824-9548-B5688C3FCC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21998" y="2405772"/>
            <a:ext cx="1510522" cy="14713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7" name="Text Placeholder 27">
            <a:extLst>
              <a:ext uri="{FF2B5EF4-FFF2-40B4-BE49-F238E27FC236}">
                <a16:creationId xmlns:a16="http://schemas.microsoft.com/office/drawing/2014/main" id="{AB89B70E-DDF2-41D3-9411-6AA78204B1DA}"/>
              </a:ext>
            </a:extLst>
          </p:cNvPr>
          <p:cNvSpPr txBox="1">
            <a:spLocks/>
          </p:cNvSpPr>
          <p:nvPr/>
        </p:nvSpPr>
        <p:spPr>
          <a:xfrm>
            <a:off x="9165642" y="2199446"/>
            <a:ext cx="2283067" cy="71062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GB" sz="3300" dirty="0"/>
              <a:t>Dhruv Maheshwari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388F804-0525-4F8E-A5CE-A9E521C1E260}"/>
              </a:ext>
            </a:extLst>
          </p:cNvPr>
          <p:cNvCxnSpPr/>
          <p:nvPr/>
        </p:nvCxnSpPr>
        <p:spPr>
          <a:xfrm>
            <a:off x="9151259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2">
            <a:extLst>
              <a:ext uri="{FF2B5EF4-FFF2-40B4-BE49-F238E27FC236}">
                <a16:creationId xmlns:a16="http://schemas.microsoft.com/office/drawing/2014/main" id="{A29DB088-2EF4-4C53-A6E2-75C9C7F34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631207"/>
              </p:ext>
            </p:extLst>
          </p:nvPr>
        </p:nvGraphicFramePr>
        <p:xfrm>
          <a:off x="461913" y="1173024"/>
          <a:ext cx="11617737" cy="37845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382355">
                  <a:extLst>
                    <a:ext uri="{9D8B030D-6E8A-4147-A177-3AD203B41FA5}">
                      <a16:colId xmlns:a16="http://schemas.microsoft.com/office/drawing/2014/main" val="129918070"/>
                    </a:ext>
                  </a:extLst>
                </a:gridCol>
                <a:gridCol w="7235382">
                  <a:extLst>
                    <a:ext uri="{9D8B030D-6E8A-4147-A177-3AD203B41FA5}">
                      <a16:colId xmlns:a16="http://schemas.microsoft.com/office/drawing/2014/main" val="1188269312"/>
                    </a:ext>
                  </a:extLst>
                </a:gridCol>
              </a:tblGrid>
              <a:tr h="37845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A100FF"/>
                          </a:solidFill>
                        </a:rPr>
                        <a:t>TEAM NAME:  Warriors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rgbClr val="A100FF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51245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2218D32-4F17-4A5E-9BE4-29837BF54E70}"/>
              </a:ext>
            </a:extLst>
          </p:cNvPr>
          <p:cNvSpPr txBox="1"/>
          <p:nvPr/>
        </p:nvSpPr>
        <p:spPr>
          <a:xfrm>
            <a:off x="2623232" y="3141433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College: IIT Patna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Stream: Engineering Physics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Year of graduation: 2028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9131AF-0078-459E-83A3-73A8BC9A11B8}"/>
              </a:ext>
            </a:extLst>
          </p:cNvPr>
          <p:cNvSpPr txBox="1"/>
          <p:nvPr/>
        </p:nvSpPr>
        <p:spPr>
          <a:xfrm>
            <a:off x="2637616" y="5236045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</a:rPr>
              <a:t>College: IIT Patna</a:t>
            </a:r>
          </a:p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</a:rPr>
              <a:t>Stream: Engineering Physics</a:t>
            </a:r>
          </a:p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</a:rPr>
              <a:t>Year of graduation: 2029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AF310E-EC91-4906-9FCC-95C833C3D011}"/>
              </a:ext>
            </a:extLst>
          </p:cNvPr>
          <p:cNvSpPr txBox="1"/>
          <p:nvPr/>
        </p:nvSpPr>
        <p:spPr>
          <a:xfrm>
            <a:off x="9122721" y="3141433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</a:rPr>
              <a:t>College: IIT Patna</a:t>
            </a:r>
          </a:p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</a:rPr>
              <a:t>Stream: Engineering Physics</a:t>
            </a:r>
          </a:p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</a:rPr>
              <a:t>Year of graduation: 2028</a:t>
            </a:r>
          </a:p>
        </p:txBody>
      </p:sp>
      <p:pic>
        <p:nvPicPr>
          <p:cNvPr id="2" name="Picture Placeholder 75">
            <a:extLst>
              <a:ext uri="{FF2B5EF4-FFF2-40B4-BE49-F238E27FC236}">
                <a16:creationId xmlns:a16="http://schemas.microsoft.com/office/drawing/2014/main" id="{5EAA4F6C-4EAD-B06C-205E-122968667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6636" y="4361533"/>
            <a:ext cx="1434218" cy="147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47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61458" y="386331"/>
            <a:ext cx="11282796" cy="470919"/>
          </a:xfrm>
          <a:solidFill>
            <a:srgbClr val="A100FF"/>
          </a:solidFill>
        </p:spPr>
        <p:txBody>
          <a:bodyPr>
            <a:normAutofit/>
          </a:bodyPr>
          <a:lstStyle/>
          <a:p>
            <a:pPr>
              <a:defRPr sz="2200" b="1">
                <a:solidFill>
                  <a:srgbClr val="461482"/>
                </a:solidFill>
                <a:latin typeface="Arial"/>
              </a:defRPr>
            </a:pPr>
            <a:r>
              <a:t>Describe the problem statement (200 words)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A9BBD3-4F02-1DCE-6B74-90C4E0B91E57}"/>
              </a:ext>
            </a:extLst>
          </p:cNvPr>
          <p:cNvSpPr txBox="1"/>
          <p:nvPr/>
        </p:nvSpPr>
        <p:spPr>
          <a:xfrm>
            <a:off x="361458" y="1102132"/>
            <a:ext cx="1128279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rgbClr val="282828"/>
                </a:solidFill>
                <a:latin typeface="Arial"/>
              </a:defRPr>
            </a:pPr>
            <a:r>
              <a:t>Modern enterprise dashboards excel at reporting WHAT happened, but fail completely at explaining WHY or WHAT NEXT. When a critical business KPI drops—e.g. gross revenue falls 12%—dashboards simply display a red alert. Leaders cannot distinguish between an internal operational breakdown (payment gateway timeout, ERP inventory backlog) and an external macroeconomic shock (port congestion, competitor flash promo).</a:t>
            </a:r>
          </a:p>
          <a:p>
            <a:pPr>
              <a:spcAft>
                <a:spcPts val="600"/>
              </a:spcAft>
              <a:defRPr sz="1100">
                <a:solidFill>
                  <a:srgbClr val="282828"/>
                </a:solidFill>
                <a:latin typeface="Arial"/>
              </a:defRPr>
            </a:pPr>
            <a:r>
              <a:t>Consequently, root-cause interpretation falls onto human analysts who spend 4 to 7 days manually querying SQL databases, Jira tickets, and market feeds.</a:t>
            </a:r>
          </a:p>
          <a:p>
            <a:pPr>
              <a:spcAft>
                <a:spcPts val="400"/>
              </a:spcAft>
              <a:defRPr sz="1100" b="1">
                <a:solidFill>
                  <a:srgbClr val="282828"/>
                </a:solidFill>
                <a:latin typeface="Arial"/>
              </a:defRPr>
            </a:pPr>
            <a:r>
              <a:t>This human bottleneck introduces three critical enterprise risks: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A100FF"/>
                </a:solidFill>
                <a:latin typeface="Arial"/>
              </a:rPr>
              <a:t>• Critical Latency: </a:t>
            </a:r>
            <a:r>
              <a:rPr sz="1050">
                <a:solidFill>
                  <a:srgbClr val="323232"/>
                </a:solidFill>
                <a:latin typeface="Arial"/>
              </a:rPr>
              <a:t>By the time manual root cause is identified 4-7 days later, revenue loss becomes irreversible.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A100FF"/>
                </a:solidFill>
                <a:latin typeface="Arial"/>
              </a:rPr>
              <a:t>• Alert Fatigue: </a:t>
            </a:r>
            <a:r>
              <a:rPr sz="1050">
                <a:solidFill>
                  <a:srgbClr val="323232"/>
                </a:solidFill>
                <a:latin typeface="Arial"/>
              </a:rPr>
              <a:t>Teams waste high-value bandwidth investigating normal weekend and cyclical swings as false alarms.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A100FF"/>
                </a:solidFill>
                <a:latin typeface="Arial"/>
              </a:rPr>
              <a:t>• Black-Box AI Guesswork &amp; Leakage: </a:t>
            </a:r>
            <a:r>
              <a:rPr sz="1050">
                <a:solidFill>
                  <a:srgbClr val="323232"/>
                </a:solidFill>
                <a:latin typeface="Arial"/>
              </a:rPr>
              <a:t>Generic LLMs hallucinate calculations, make arithmetic errors, and risk leaking sensitive margin/cost data across internal roles.</a:t>
            </a:r>
          </a:p>
        </p:txBody>
      </p:sp>
    </p:spTree>
    <p:extLst>
      <p:ext uri="{BB962C8B-B14F-4D97-AF65-F5344CB8AC3E}">
        <p14:creationId xmlns:p14="http://schemas.microsoft.com/office/powerpoint/2010/main" val="969716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40961" y="342685"/>
            <a:ext cx="11282796" cy="423125"/>
          </a:xfrm>
          <a:solidFill>
            <a:srgbClr val="A100FF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2200" b="1">
                <a:solidFill>
                  <a:srgbClr val="461482"/>
                </a:solidFill>
                <a:latin typeface="Arial"/>
              </a:defRPr>
            </a:pPr>
            <a:r>
              <a:t>Proposed solution (200 words) — Diagnostic Engine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8B3A8E-8CD7-BACF-E784-DACC04D7DC42}"/>
              </a:ext>
            </a:extLst>
          </p:cNvPr>
          <p:cNvSpPr txBox="1"/>
          <p:nvPr/>
        </p:nvSpPr>
        <p:spPr>
          <a:xfrm>
            <a:off x="340961" y="1078992"/>
            <a:ext cx="1128279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82828"/>
                </a:solidFill>
                <a:latin typeface="Arial"/>
              </a:defRPr>
            </a:pPr>
            <a:r>
              <a:t>Our solution, BusinessIntelligence.ai (CausaMetric Engine), decouples deterministic mathematics from AI synthesis across a multi-tier cognitive intelligence loop: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  <a:defRPr sz="1100" b="1">
                <a:solidFill>
                  <a:srgbClr val="461482"/>
                </a:solidFill>
                <a:latin typeface="Arial"/>
              </a:defRPr>
            </a:pPr>
            <a:r>
              <a:t>1. Deterministic Non-LLM Analytical Core (Zero Hallucinations):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066CC"/>
                </a:solidFill>
                <a:latin typeface="Arial"/>
              </a:rPr>
              <a:t>• Statistical Process Control (SPC): </a:t>
            </a:r>
            <a:r>
              <a:rPr sz="1050">
                <a:solidFill>
                  <a:srgbClr val="323232"/>
                </a:solidFill>
                <a:latin typeface="Arial"/>
              </a:rPr>
              <a:t>28-day Day-of-Week (DoW) normalized baseline with &gt;2.5σ threshold mathematically filters seasonal noise, preventing alert fatigue.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066CC"/>
                </a:solidFill>
                <a:latin typeface="Arial"/>
              </a:rPr>
              <a:t>• Exact Shapley Causal Metric Tree: </a:t>
            </a:r>
            <a:r>
              <a:rPr sz="1050">
                <a:solidFill>
                  <a:srgbClr val="323232"/>
                </a:solidFill>
                <a:latin typeface="Arial"/>
              </a:rPr>
              <a:t>Decomposes ΔRevenue = ΔSessions + ΔCVR + ΔAOV with strict 0.00 residual error (|ε| &lt; 10⁻¹²) and 0 LLM math tokens.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100" b="1">
                <a:solidFill>
                  <a:srgbClr val="461482"/>
                </a:solidFill>
                <a:latin typeface="Arial"/>
              </a:defRPr>
            </a:pPr>
            <a:r>
              <a:t>2. Dual Diagnostic Intelligences (Parallel Execution):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A100FF"/>
                </a:solidFill>
                <a:latin typeface="Arial"/>
              </a:rPr>
              <a:t>• Model 1 (Private Internal Specialist): </a:t>
            </a:r>
            <a:r>
              <a:rPr sz="1050">
                <a:solidFill>
                  <a:srgbClr val="323232"/>
                </a:solidFill>
                <a:latin typeface="Arial"/>
              </a:rPr>
              <a:t>Fine-tuned on 100k+ enterprise failure patterns, runs 100% on-premise to diagnose ERP backlogs and Jira tickets with zero data leakage.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A100FF"/>
                </a:solidFill>
                <a:latin typeface="Arial"/>
              </a:rPr>
              <a:t>• Model 2 (Live Global Sentinel): </a:t>
            </a:r>
            <a:r>
              <a:rPr sz="1050">
                <a:solidFill>
                  <a:srgbClr val="323232"/>
                </a:solidFill>
                <a:latin typeface="Arial"/>
              </a:rPr>
              <a:t>Connects to real-time market/news APIs to track external shocks (port congestion, competitor promos) invisible to internal databases.</a:t>
            </a:r>
          </a:p>
        </p:txBody>
      </p:sp>
    </p:spTree>
    <p:extLst>
      <p:ext uri="{BB962C8B-B14F-4D97-AF65-F5344CB8AC3E}">
        <p14:creationId xmlns:p14="http://schemas.microsoft.com/office/powerpoint/2010/main" val="2205980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8CF69-3B38-8F7E-8355-6FB19B15D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4F8975F-047D-2696-E8BE-A3A8DCE0C7AC}"/>
              </a:ext>
            </a:extLst>
          </p:cNvPr>
          <p:cNvSpPr txBox="1"/>
          <p:nvPr/>
        </p:nvSpPr>
        <p:spPr>
          <a:xfrm>
            <a:off x="340961" y="1078992"/>
            <a:ext cx="11282796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461482"/>
                </a:solidFill>
                <a:latin typeface="Arial"/>
              </a:defRPr>
            </a:pPr>
            <a:r>
              <a:t>3. Model 3: Prescriptive Action &amp; 30/60/90-Day Trajectory ROI Simulator: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066CC"/>
                </a:solidFill>
                <a:latin typeface="Arial"/>
              </a:rPr>
              <a:t>• Attribution Reconciliation: </a:t>
            </a:r>
            <a:r>
              <a:rPr sz="1050">
                <a:solidFill>
                  <a:srgbClr val="323232"/>
                </a:solidFill>
                <a:latin typeface="Arial"/>
              </a:rPr>
              <a:t>Synthesizes Model 1 &amp; 2 findings into exact causal shares (e.g. 70% port strike + 30% warehouse backlog).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066CC"/>
                </a:solidFill>
                <a:latin typeface="Arial"/>
              </a:rPr>
              <a:t>• Pre-Action Outcome Simulation: </a:t>
            </a:r>
            <a:r>
              <a:rPr sz="1050">
                <a:solidFill>
                  <a:srgbClr val="323232"/>
                </a:solidFill>
                <a:latin typeface="Arial"/>
              </a:rPr>
              <a:t>Projects revenue over 30/60/90 days for Status Quo, Prescribed Recovery, and Constrained paths with forecasted ROI multipliers before spending capital.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066CC"/>
                </a:solidFill>
                <a:latin typeface="Arial"/>
              </a:rPr>
              <a:t>• Human Mind Mixing (Executive Co-Pilot): </a:t>
            </a:r>
            <a:r>
              <a:rPr sz="1050">
                <a:solidFill>
                  <a:srgbClr val="323232"/>
                </a:solidFill>
                <a:latin typeface="Arial"/>
              </a:rPr>
              <a:t>Dynamic budget sliders ($45k cap) and policy overrides instantly recalculate recovery trajectories in real time.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1100" b="1">
                <a:solidFill>
                  <a:srgbClr val="461482"/>
                </a:solidFill>
                <a:latin typeface="Arial"/>
              </a:defRPr>
            </a:pPr>
            <a:r>
              <a:t>4. Governed Security, Explicit Abstention &amp; Persona Tailoring: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A100FF"/>
                </a:solidFill>
                <a:latin typeface="Arial"/>
              </a:rPr>
              <a:t>• Explicit Abstention Protocol: </a:t>
            </a:r>
            <a:r>
              <a:rPr sz="1050">
                <a:solidFill>
                  <a:srgbClr val="323232"/>
                </a:solidFill>
                <a:latin typeface="Arial"/>
              </a:rPr>
              <a:t>When evidence confidence margin is &lt;25%, the engine halts high-capital action and prescribes 2 low-cost canary validation tests ($120-$350).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A100FF"/>
                </a:solidFill>
                <a:latin typeface="Arial"/>
              </a:rPr>
              <a:t>• Role-Based Access Control (RBAC): </a:t>
            </a:r>
            <a:r>
              <a:rPr sz="1050">
                <a:solidFill>
                  <a:srgbClr val="323232"/>
                </a:solidFill>
                <a:latin typeface="Arial"/>
              </a:rPr>
              <a:t>Masks sensitive unit COGS and margins for Operations Analysts while providing full financial transparency to Executives.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3CD560F5-3170-FA9D-6A82-64F26ABB6399}"/>
              </a:ext>
            </a:extLst>
          </p:cNvPr>
          <p:cNvSpPr txBox="1">
            <a:spLocks/>
          </p:cNvSpPr>
          <p:nvPr/>
        </p:nvSpPr>
        <p:spPr>
          <a:xfrm>
            <a:off x="340961" y="342685"/>
            <a:ext cx="11282796" cy="423125"/>
          </a:xfrm>
          <a:prstGeom prst="rect">
            <a:avLst/>
          </a:prstGeom>
          <a:solidFill>
            <a:srgbClr val="A100FF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200" b="1">
                <a:solidFill>
                  <a:srgbClr val="461482"/>
                </a:solidFill>
                <a:latin typeface="Arial"/>
              </a:defRPr>
            </a:pPr>
            <a:r>
              <a:t>Proposed solution (200 words) — Simulation &amp; Action</a:t>
            </a:r>
          </a:p>
        </p:txBody>
      </p:sp>
    </p:spTree>
    <p:extLst>
      <p:ext uri="{BB962C8B-B14F-4D97-AF65-F5344CB8AC3E}">
        <p14:creationId xmlns:p14="http://schemas.microsoft.com/office/powerpoint/2010/main" val="1586737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6DCA-E252-45B6-8790-F0CA74EA4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5190523" cy="984885"/>
          </a:xfrm>
        </p:spPr>
        <p:txBody>
          <a:bodyPr/>
          <a:lstStyle/>
          <a:p>
            <a:pPr>
              <a:defRPr sz="2200" b="1">
                <a:solidFill>
                  <a:srgbClr val="461482"/>
                </a:solidFill>
                <a:latin typeface="Arial"/>
              </a:defRPr>
            </a:pPr>
            <a:r>
              <a:t>Thank you — BusinessIntelligence.ai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61482"/>
                </a:solidFill>
                <a:latin typeface="Arial"/>
              </a:defRPr>
            </a:pPr>
            <a:r>
              <a:t>Delivered Working Prototype &amp; Verification Highlights: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• Interactive Decision Workspace: </a:t>
            </a:r>
            <a:r>
              <a:rPr sz="1100">
                <a:solidFill>
                  <a:srgbClr val="323232"/>
                </a:solidFill>
                <a:latin typeface="Arial"/>
              </a:rPr>
              <a:t>Complete Python + Streamlit decision application with scenario selector, persona switcher, Plotly SPC control charts, Shapley waterfalls, and 30/60/90-day trajectory simulations.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• 142 Automated Passing Tests: </a:t>
            </a:r>
            <a:r>
              <a:rPr sz="1100">
                <a:solidFill>
                  <a:srgbClr val="323232"/>
                </a:solidFill>
                <a:latin typeface="Arial"/>
              </a:rPr>
              <a:t>93/93 headless scenario acceptance tests + 49/49 property tests with 10,000 Monte Carlo trials verifying zero residual error (|ε| &lt; 10⁻¹²) and 0 LLM math tokens.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• All 4 Mandatory Scenarios Implemented: </a:t>
            </a:r>
            <a:r>
              <a:rPr sz="1100">
                <a:solidFill>
                  <a:srgbClr val="323232"/>
                </a:solidFill>
                <a:latin typeface="Arial"/>
              </a:rPr>
              <a:t>1. Multi-factor compound drop (70/30) • 2. Low-confidence ambiguity with canary tests • 3. Sparse-history cold start launch • 4. Role-based data masking.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• Pluggable &amp; Secure Architecture: </a:t>
            </a:r>
            <a:r>
              <a:rPr sz="1100">
                <a:solidFill>
                  <a:srgbClr val="323232"/>
                </a:solidFill>
                <a:latin typeface="Arial"/>
              </a:rPr>
              <a:t>Seamlessly toggles between live API providers (Gemini, OpenAI, Ollama) and an instant deterministic offline fallback (&lt;5ms latency, $0.00 cost).</a:t>
            </a:r>
          </a:p>
          <a:p>
            <a:pPr>
              <a:spcBef>
                <a:spcPts val="1200"/>
              </a:spcBef>
              <a:defRPr sz="1100" i="1">
                <a:solidFill>
                  <a:srgbClr val="646464"/>
                </a:solidFill>
                <a:latin typeface="Arial"/>
              </a:defRPr>
            </a:pPr>
            <a:r>
              <a:t>Team: Warriors (IIT Patna) — Harsh Singh Baghel, Rathod Rudra, Dhruv Maheshwari</a:t>
            </a:r>
          </a:p>
        </p:txBody>
      </p:sp>
    </p:spTree>
    <p:extLst>
      <p:ext uri="{BB962C8B-B14F-4D97-AF65-F5344CB8AC3E}">
        <p14:creationId xmlns:p14="http://schemas.microsoft.com/office/powerpoint/2010/main" val="1583931614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5">
  <a:themeElements>
    <a:clrScheme name="Custom 20">
      <a:dk1>
        <a:srgbClr val="000000"/>
      </a:dk1>
      <a:lt1>
        <a:srgbClr val="FFFFFF"/>
      </a:lt1>
      <a:dk2>
        <a:srgbClr val="450073"/>
      </a:dk2>
      <a:lt2>
        <a:srgbClr val="A000FF"/>
      </a:lt2>
      <a:accent1>
        <a:srgbClr val="7400C0"/>
      </a:accent1>
      <a:accent2>
        <a:srgbClr val="C1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000FF"/>
      </a:hlink>
      <a:folHlink>
        <a:srgbClr val="74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PPT-Graphik_v19_AccessibilityFixes.pptx" id="{6C590743-EE6F-704D-9B30-76795EFC297C}" vid="{E566E052-0B33-5E4D-99EA-EFC16BC751F1}"/>
    </a:ext>
  </a:extLst>
</a:theme>
</file>

<file path=ppt/theme/theme2.xml><?xml version="1.0" encoding="utf-8"?>
<a:theme xmlns:a="http://schemas.openxmlformats.org/drawingml/2006/main" name="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0" id="{C00EB2C1-B526-F548-AF64-FD10065D7E5F}" vid="{C7D4C087-F6B1-4649-903F-3FEF709D25B8}"/>
    </a:ext>
  </a:extLst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4.xml><?xml version="1.0" encoding="utf-8"?>
<a:theme xmlns:a="http://schemas.openxmlformats.org/drawingml/2006/main" name="1_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Graphik_v22_Accessibility" id="{B24F0E14-DE31-5248-A702-F861AB2F5F31}" vid="{E2D4869B-0EAF-0144-9FC0-81C17233BA3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747</Words>
  <Application>Microsoft Office PowerPoint</Application>
  <PresentationFormat>Widescreen</PresentationFormat>
  <Paragraphs>49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Graphik</vt:lpstr>
      <vt:lpstr>Graphik Black</vt:lpstr>
      <vt:lpstr>Graphik Extralight</vt:lpstr>
      <vt:lpstr>Graphik Medium</vt:lpstr>
      <vt:lpstr>Graphik Regular</vt:lpstr>
      <vt:lpstr>Graphik Semibold</vt:lpstr>
      <vt:lpstr>Graphik-Semibold</vt:lpstr>
      <vt:lpstr>GT Sectra Fine Rg</vt:lpstr>
      <vt:lpstr>System Font</vt:lpstr>
      <vt:lpstr>Wingdings</vt:lpstr>
      <vt:lpstr>Accenture 2025</vt:lpstr>
      <vt:lpstr>Titles</vt:lpstr>
      <vt:lpstr>1_Office Theme</vt:lpstr>
      <vt:lpstr>1_Accenture 2025</vt:lpstr>
      <vt:lpstr>PowerPoint Presentation</vt:lpstr>
      <vt:lpstr>Team details</vt:lpstr>
      <vt:lpstr>Describe the problem statement (200 words)</vt:lpstr>
      <vt:lpstr>Proposed solution (200 words)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Tolentino, Ma. Antonette</dc:creator>
  <cp:lastModifiedBy>the last</cp:lastModifiedBy>
  <cp:revision>7</cp:revision>
  <dcterms:created xsi:type="dcterms:W3CDTF">2026-07-24T04:09:52Z</dcterms:created>
  <dcterms:modified xsi:type="dcterms:W3CDTF">2026-08-16T11:40:30Z</dcterms:modified>
</cp:coreProperties>
</file>