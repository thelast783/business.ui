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2.svg" ContentType="image/svg+xml"/>
  <Override PartName="/ppt/media/image1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4" r:id="rId2"/>
    <p:sldMasterId id="2147483699" r:id="rId3"/>
    <p:sldMasterId id="2147483713" r:id="rId4"/>
  </p:sldMasterIdLst>
  <p:notesMasterIdLst>
    <p:notesMasterId r:id="rId11"/>
  </p:notesMasterIdLst>
  <p:sldIdLst>
    <p:sldId id="820" r:id="rId5"/>
    <p:sldId id="2857" r:id="rId6"/>
    <p:sldId id="1906872563" r:id="rId7"/>
    <p:sldId id="1906872569" r:id="rId8"/>
    <p:sldId id="1906872572" r:id="rId9"/>
    <p:sldId id="26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75E361-6728-4564-925F-CDEB010D9221}" v="1" dt="2026-08-12T11:52:41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4" d="100"/>
          <a:sy n="84" d="100"/>
        </p:scale>
        <p:origin x="6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pta, Sumit" userId="1897bf9b-0dd3-4194-b659-65bd26db6033" providerId="ADAL" clId="{5772E9CC-A2D7-4A18-9F3D-98CD1ADE6210}"/>
    <pc:docChg chg="undo custSel addSld delSld modSld modMainMaster">
      <pc:chgData name="Gupta, Sumit" userId="1897bf9b-0dd3-4194-b659-65bd26db6033" providerId="ADAL" clId="{5772E9CC-A2D7-4A18-9F3D-98CD1ADE6210}" dt="2026-08-12T11:52:43.731" v="19" actId="47"/>
      <pc:docMkLst>
        <pc:docMk/>
      </pc:docMkLst>
      <pc:sldChg chg="add">
        <pc:chgData name="Gupta, Sumit" userId="1897bf9b-0dd3-4194-b659-65bd26db6033" providerId="ADAL" clId="{5772E9CC-A2D7-4A18-9F3D-98CD1ADE6210}" dt="2026-08-12T11:52:41.597" v="18"/>
        <pc:sldMkLst>
          <pc:docMk/>
          <pc:sldMk cId="4229161518" sldId="820"/>
        </pc:sldMkLst>
      </pc:sldChg>
      <pc:sldChg chg="del">
        <pc:chgData name="Gupta, Sumit" userId="1897bf9b-0dd3-4194-b659-65bd26db6033" providerId="ADAL" clId="{5772E9CC-A2D7-4A18-9F3D-98CD1ADE6210}" dt="2026-08-12T11:52:43.731" v="19" actId="47"/>
        <pc:sldMkLst>
          <pc:docMk/>
          <pc:sldMk cId="1508494297" sldId="945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959471642" sldId="2857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80955698" sldId="2870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969716135" sldId="1906872563"/>
        </pc:sldMkLst>
      </pc:sldChg>
      <pc:sldChg chg="delSp modSp add mod">
        <pc:chgData name="Gupta, Sumit" userId="1897bf9b-0dd3-4194-b659-65bd26db6033" providerId="ADAL" clId="{5772E9CC-A2D7-4A18-9F3D-98CD1ADE6210}" dt="2026-07-24T04:48:25.970" v="2" actId="20577"/>
        <pc:sldMkLst>
          <pc:docMk/>
          <pc:sldMk cId="2205980423" sldId="1906872569"/>
        </pc:sldMkLst>
        <pc:spChg chg="mod">
          <ac:chgData name="Gupta, Sumit" userId="1897bf9b-0dd3-4194-b659-65bd26db6033" providerId="ADAL" clId="{5772E9CC-A2D7-4A18-9F3D-98CD1ADE6210}" dt="2026-07-24T04:48:25.970" v="2" actId="20577"/>
          <ac:spMkLst>
            <pc:docMk/>
            <pc:sldMk cId="2205980423" sldId="1906872569"/>
            <ac:spMk id="4" creationId="{00000000-0000-0000-0000-000000000000}"/>
          </ac:spMkLst>
        </pc:spChg>
      </pc:sldChg>
      <pc:sldChg chg="modSp add mod">
        <pc:chgData name="Gupta, Sumit" userId="1897bf9b-0dd3-4194-b659-65bd26db6033" providerId="ADAL" clId="{5772E9CC-A2D7-4A18-9F3D-98CD1ADE6210}" dt="2026-07-24T04:48:43.369" v="7" actId="20577"/>
        <pc:sldMkLst>
          <pc:docMk/>
          <pc:sldMk cId="3845603560" sldId="1906872570"/>
        </pc:sldMkLst>
        <pc:spChg chg="mod">
          <ac:chgData name="Gupta, Sumit" userId="1897bf9b-0dd3-4194-b659-65bd26db6033" providerId="ADAL" clId="{5772E9CC-A2D7-4A18-9F3D-98CD1ADE6210}" dt="2026-07-24T04:48:43.369" v="7" actId="20577"/>
          <ac:spMkLst>
            <pc:docMk/>
            <pc:sldMk cId="3845603560" sldId="1906872570"/>
            <ac:spMk id="4" creationId="{00000000-0000-0000-0000-000000000000}"/>
          </ac:spMkLst>
        </pc:spChg>
      </pc:sldChg>
      <pc:sldMasterChg chg="delSldLayout modSldLayout">
        <pc:chgData name="Gupta, Sumit" userId="1897bf9b-0dd3-4194-b659-65bd26db6033" providerId="ADAL" clId="{5772E9CC-A2D7-4A18-9F3D-98CD1ADE6210}" dt="2026-07-24T04:49:43.724" v="17"/>
        <pc:sldMasterMkLst>
          <pc:docMk/>
          <pc:sldMasterMk cId="3154538439" sldId="2147483660"/>
        </pc:sldMasterMkLst>
        <pc:sldLayoutChg chg="modSp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2368417819" sldId="2147483662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2368417819" sldId="2147483662"/>
              <ac:spMk id="3" creationId="{1BFF566D-EEFC-0454-54B0-66CBAB8DA700}"/>
            </ac:spMkLst>
          </pc:spChg>
        </pc:sldLayoutChg>
        <pc:sldLayoutChg chg="addSp delSp modSp mod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726607555" sldId="2147483673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726607555" sldId="2147483673"/>
              <ac:spMk id="2" creationId="{8F090878-FDCB-E32E-7E4D-4A1D113FA508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04694-B363-4D2F-9288-55810FEE4433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F16013-F085-4538-9539-111F70D1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5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681651-9904-804F-8355-78350773C1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" panose="020B050303020206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12634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emf"/><Relationship Id="rId4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sv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AC43ACC0-AD60-BDF4-2F68-94D9A9F04C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605" y="757711"/>
            <a:ext cx="1243822" cy="35308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01" y="3010442"/>
            <a:ext cx="6793920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0622" y="4464059"/>
            <a:ext cx="6793920" cy="109284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92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1528" y="6124064"/>
            <a:ext cx="1832894" cy="1969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731500" rtl="0" eaLnBrk="1" latinLnBrk="0" hangingPunct="1">
              <a:spcAft>
                <a:spcPts val="0"/>
              </a:spcAft>
              <a:buNone/>
              <a:defRPr lang="en-US" sz="128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398002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7" y="3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29" bIns="97529" rtlCol="0" anchor="ctr"/>
          <a:lstStyle/>
          <a:p>
            <a:pPr algn="ctr"/>
            <a:endParaRPr lang="en-US" sz="1919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55" y="572600"/>
            <a:ext cx="6757704" cy="433324"/>
          </a:xfrm>
        </p:spPr>
        <p:txBody>
          <a:bodyPr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9" y="2209172"/>
            <a:ext cx="6757703" cy="734934"/>
          </a:xfrm>
          <a:prstGeom prst="rect">
            <a:avLst/>
          </a:prstGeom>
        </p:spPr>
        <p:txBody>
          <a:bodyPr/>
          <a:lstStyle>
            <a:lvl1pPr>
              <a:defRPr lang="en-US" sz="144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9" y="1403018"/>
            <a:ext cx="6757703" cy="465875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920" b="0" i="0">
                <a:solidFill>
                  <a:schemeClr val="bg2"/>
                </a:solidFill>
                <a:latin typeface="+mn-lt"/>
              </a:defRPr>
            </a:lvl1pPr>
            <a:lvl2pPr marL="365752" indent="0">
              <a:buNone/>
              <a:defRPr sz="1600" b="1"/>
            </a:lvl2pPr>
            <a:lvl3pPr marL="731500" indent="0">
              <a:buNone/>
              <a:defRPr sz="1440" b="1"/>
            </a:lvl3pPr>
            <a:lvl4pPr marL="1097249" indent="0">
              <a:buNone/>
              <a:defRPr sz="1280" b="1"/>
            </a:lvl4pPr>
            <a:lvl5pPr marL="1462999" indent="0">
              <a:buNone/>
              <a:defRPr sz="1280" b="1"/>
            </a:lvl5pPr>
            <a:lvl6pPr marL="1828749" indent="0">
              <a:buNone/>
              <a:defRPr sz="1280" b="1"/>
            </a:lvl6pPr>
            <a:lvl7pPr marL="2194498" indent="0">
              <a:buNone/>
              <a:defRPr sz="1280" b="1"/>
            </a:lvl7pPr>
            <a:lvl8pPr marL="2560249" indent="0">
              <a:buNone/>
              <a:defRPr sz="1280" b="1"/>
            </a:lvl8pPr>
            <a:lvl9pPr marL="2925999" indent="0">
              <a:buNone/>
              <a:defRPr sz="128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495177" y="6442170"/>
            <a:ext cx="1934825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r>
              <a:rPr lang="en-US" sz="640" dirty="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081" noProof="0" dirty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714824" y="6442170"/>
            <a:ext cx="96180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64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1828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96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8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68417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lex 1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13879"/>
            <a:ext cx="12203108" cy="685799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652" y="2335980"/>
            <a:ext cx="4850670" cy="239334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576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656" y="4880705"/>
            <a:ext cx="4850672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73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mplex 1 - Ligh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0"/>
            <a:ext cx="6074968" cy="687187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5567" y="3750135"/>
            <a:ext cx="3872092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95566" y="5092433"/>
            <a:ext cx="3872100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AC0B31-54E2-8C2A-B25C-0569D02C30D8}"/>
              </a:ext>
            </a:extLst>
          </p:cNvPr>
          <p:cNvCxnSpPr>
            <a:cxnSpLocks/>
          </p:cNvCxnSpPr>
          <p:nvPr userDrawn="1"/>
        </p:nvCxnSpPr>
        <p:spPr>
          <a:xfrm flipV="1">
            <a:off x="12030688" y="3"/>
            <a:ext cx="0" cy="686569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10493837" y="4"/>
            <a:ext cx="1698166" cy="687119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005750" y="5422430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735309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mplex 1 - Ligh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9927452" y="2976340"/>
            <a:ext cx="2264549" cy="389485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2976341"/>
            <a:ext cx="6772251" cy="389485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419750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11686" y="3954223"/>
            <a:ext cx="2264549" cy="2305712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4" name="Graphic 17">
            <a:extLst>
              <a:ext uri="{FF2B5EF4-FFF2-40B4-BE49-F238E27FC236}">
                <a16:creationId xmlns:a16="http://schemas.microsoft.com/office/drawing/2014/main" id="{004BC2F2-E3DC-5CB3-0900-931F6D847B7E}"/>
              </a:ext>
            </a:extLst>
          </p:cNvPr>
          <p:cNvSpPr/>
          <p:nvPr userDrawn="1"/>
        </p:nvSpPr>
        <p:spPr>
          <a:xfrm>
            <a:off x="10787697" y="4602862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2099914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754"/>
            <a:ext cx="6235504" cy="6858000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358CE2-3010-CD39-B174-C1F97F9202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5506" y="3"/>
            <a:ext cx="4439498" cy="6858000"/>
          </a:xfrm>
          <a:prstGeom prst="rect">
            <a:avLst/>
          </a:prstGeom>
        </p:spPr>
      </p:pic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156826" y="5684823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7817" y="3733230"/>
            <a:ext cx="3919968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07817" y="5065162"/>
            <a:ext cx="3919968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08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2A9A34-82D5-6262-D129-D306B6F55F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0031" y="2976069"/>
            <a:ext cx="3298274" cy="38896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75C44C-8B0B-A1AE-ABDF-0F7C1DE844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543" y="-4090"/>
            <a:ext cx="6782996" cy="2980159"/>
          </a:xfrm>
          <a:prstGeom prst="rect">
            <a:avLst/>
          </a:prstGeom>
        </p:spPr>
      </p:pic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976340"/>
            <a:ext cx="6761155" cy="388935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1156" y="-4090"/>
            <a:ext cx="5430845" cy="29804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143135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764AF4-DC76-040F-7F3B-393C800CFFE6}"/>
              </a:ext>
            </a:extLst>
          </p:cNvPr>
          <p:cNvSpPr/>
          <p:nvPr userDrawn="1"/>
        </p:nvSpPr>
        <p:spPr>
          <a:xfrm>
            <a:off x="6730950" y="2976067"/>
            <a:ext cx="3207355" cy="3881932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813D5C-B200-03E1-0309-707A457AA933}"/>
              </a:ext>
            </a:extLst>
          </p:cNvPr>
          <p:cNvSpPr/>
          <p:nvPr userDrawn="1"/>
        </p:nvSpPr>
        <p:spPr>
          <a:xfrm>
            <a:off x="0" y="1"/>
            <a:ext cx="6771453" cy="2974598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34" y="2976341"/>
            <a:ext cx="6740122" cy="387553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398719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4F08984-5A5F-2074-4481-4456FF8131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07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351" noProof="0" dirty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660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6F1F-FA65-4EEB-BDF1-3ABAA12E2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9222" y="240215"/>
            <a:ext cx="10515600" cy="306635"/>
          </a:xfrm>
        </p:spPr>
        <p:txBody>
          <a:bodyPr lIns="0" tIns="0" rIns="0" bIns="0" anchor="t">
            <a:normAutofit/>
          </a:bodyPr>
          <a:lstStyle>
            <a:lvl1pPr>
              <a:defRPr sz="2400">
                <a:solidFill>
                  <a:srgbClr val="33CC33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18A67-9B80-412E-9A41-C4F91B5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647" y="6356350"/>
            <a:ext cx="2743200" cy="365125"/>
          </a:xfrm>
        </p:spPr>
        <p:txBody>
          <a:bodyPr/>
          <a:lstStyle/>
          <a:p>
            <a:fld id="{63FC6494-8DB7-494F-83AE-7187FC8A427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5E9138-10C8-4D5C-96AF-BA283019769A}"/>
              </a:ext>
            </a:extLst>
          </p:cNvPr>
          <p:cNvSpPr txBox="1"/>
          <p:nvPr userDrawn="1"/>
        </p:nvSpPr>
        <p:spPr>
          <a:xfrm>
            <a:off x="3470816" y="6629400"/>
            <a:ext cx="5250368" cy="22859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lvl="0" algn="ctr">
              <a:defRPr/>
            </a:pPr>
            <a:r>
              <a:rPr lang="en-US" sz="800" kern="0" dirty="0">
                <a:solidFill>
                  <a:srgbClr val="000000">
                    <a:lumMod val="65000"/>
                    <a:lumOff val="35000"/>
                  </a:srgbClr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Copyright 2022 Accenture. All rights reserved. Accenture Confidential Information. Internal Use Only</a:t>
            </a:r>
            <a:endParaRPr kumimoji="0" lang="en-US" sz="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4CDE97-5B21-4B58-93AF-0B6CCB281B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9075" y="600260"/>
            <a:ext cx="10515600" cy="422275"/>
          </a:xfrm>
        </p:spPr>
        <p:txBody>
          <a:bodyPr vert="horz" lIns="0" tIns="0" rIns="0" bIns="0" rtlCol="0" anchor="t">
            <a:normAutofit/>
          </a:bodyPr>
          <a:lstStyle>
            <a:lvl1pPr>
              <a:defRPr lang="en-US" sz="1600" dirty="0" smtClean="0">
                <a:solidFill>
                  <a:srgbClr val="0070C0"/>
                </a:solidFill>
                <a:latin typeface="Graphik Black" panose="020B0A03030202060203" pitchFamily="34" charset="0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164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ybook/Le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B20E-402F-4429-B44A-BCDD110E2DF6}"/>
              </a:ext>
            </a:extLst>
          </p:cNvPr>
          <p:cNvGrpSpPr/>
          <p:nvPr userDrawn="1"/>
        </p:nvGrpSpPr>
        <p:grpSpPr>
          <a:xfrm>
            <a:off x="1" y="-4488"/>
            <a:ext cx="12191065" cy="6862488"/>
            <a:chOff x="0" y="-3366"/>
            <a:chExt cx="9143299" cy="514686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C6B6D226-A844-B141-A337-85FFBCFDE485}"/>
                </a:ext>
              </a:extLst>
            </p:cNvPr>
            <p:cNvSpPr/>
            <p:nvPr userDrawn="1"/>
          </p:nvSpPr>
          <p:spPr>
            <a:xfrm>
              <a:off x="0" y="-3366"/>
              <a:ext cx="9143299" cy="5146866"/>
            </a:xfrm>
            <a:prstGeom prst="rect">
              <a:avLst/>
            </a:prstGeom>
            <a:solidFill>
              <a:srgbClr val="F5F7F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5E5E5E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D989BA39-7EC6-294F-AF53-B7142E5CDB12}"/>
                </a:ext>
              </a:extLst>
            </p:cNvPr>
            <p:cNvSpPr/>
            <p:nvPr userDrawn="1"/>
          </p:nvSpPr>
          <p:spPr>
            <a:xfrm>
              <a:off x="189491" y="197168"/>
              <a:ext cx="8794630" cy="4593579"/>
            </a:xfrm>
            <a:prstGeom prst="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</p:grpSp>
      <p:sp>
        <p:nvSpPr>
          <p:cNvPr id="6" name="Copyright Ⓒ 2018 Accenture  All rights reserved">
            <a:extLst>
              <a:ext uri="{FF2B5EF4-FFF2-40B4-BE49-F238E27FC236}">
                <a16:creationId xmlns:a16="http://schemas.microsoft.com/office/drawing/2014/main" id="{8CACBDDE-75CD-C644-9B17-36349A723C74}"/>
              </a:ext>
            </a:extLst>
          </p:cNvPr>
          <p:cNvSpPr txBox="1"/>
          <p:nvPr/>
        </p:nvSpPr>
        <p:spPr>
          <a:xfrm>
            <a:off x="5688980" y="6565842"/>
            <a:ext cx="2324354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numCol="1" anchor="t">
            <a:spAutoFit/>
          </a:bodyPr>
          <a:lstStyle>
            <a:lvl1pPr algn="l" defTabSz="1828800">
              <a:defRPr sz="1600" b="0">
                <a:solidFill>
                  <a:srgbClr val="5E5E5E"/>
                </a:solidFill>
                <a:latin typeface="Graphik Medium"/>
                <a:ea typeface="Graphik Medium"/>
                <a:cs typeface="Graphik Medium"/>
                <a:sym typeface="Graphik Medium"/>
              </a:defRPr>
            </a:lvl1pPr>
          </a:lstStyle>
          <a:p>
            <a:r>
              <a:rPr lang="en-US" sz="800" noProof="0" dirty="0"/>
              <a:t>Copyright Ⓒ 2022 Accenture  All rights reserved</a:t>
            </a:r>
          </a:p>
        </p:txBody>
      </p:sp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C198B9B7-3351-804E-9791-0F86BB11B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3757" y="515602"/>
            <a:ext cx="5880705" cy="1828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kumimoji="0" lang="en-US" sz="1051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Medium"/>
                <a:ea typeface="Graphik Medium"/>
                <a:cs typeface="Graphik Medium"/>
                <a:sym typeface="Helvetica Neue"/>
              </a:defRPr>
            </a:lvl1pPr>
          </a:lstStyle>
          <a:p>
            <a:endParaRPr lang="en-US" noProof="0"/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8B591B01-1140-A446-97B6-CB7450ED4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3758" y="726500"/>
            <a:ext cx="11058137" cy="1201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kumimoji="0" lang="en-US" sz="3200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Extralight"/>
                <a:ea typeface="Graphik Extralight"/>
                <a:cs typeface="Graphik Extralight"/>
                <a:sym typeface="Helvetica Neue"/>
              </a:defRPr>
            </a:lvl1pPr>
          </a:lstStyle>
          <a:p>
            <a:endParaRPr lang="en-US" noProof="0" dirty="0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74F9075F-C7D3-C945-95B7-DC8B159B600D}"/>
              </a:ext>
            </a:extLst>
          </p:cNvPr>
          <p:cNvSpPr txBox="1"/>
          <p:nvPr userDrawn="1"/>
        </p:nvSpPr>
        <p:spPr>
          <a:xfrm>
            <a:off x="11641895" y="6555881"/>
            <a:ext cx="411480" cy="1744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62C197D3-294B-0846-B7D0-AC071D2CBE2F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Graphik" panose="020B0503030202060203" pitchFamily="34" charset="77"/>
                <a:ea typeface="Helvetica Neue Light"/>
                <a:cs typeface="Helvetica Neue"/>
                <a:sym typeface="Helvetica Neue"/>
              </a:rPr>
              <a:pPr marL="0" marR="0" indent="0" algn="ctr" defTabSz="41274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Graphik" panose="020B0503030202060203" pitchFamily="34" charset="77"/>
              <a:ea typeface="Helvetica Neue Light"/>
              <a:cs typeface="Helvetica Neue"/>
              <a:sym typeface="Helvetica Neue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1462AE7-3669-354B-9330-98F8761FD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14" y="6465311"/>
            <a:ext cx="733863" cy="31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7332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033">
          <p15:clr>
            <a:srgbClr val="FBAE40"/>
          </p15:clr>
        </p15:guide>
        <p15:guide id="2" orient="horz" pos="2938">
          <p15:clr>
            <a:srgbClr val="FBAE40"/>
          </p15:clr>
        </p15:guide>
        <p15:guide id="3" pos="269">
          <p15:clr>
            <a:srgbClr val="FBAE40"/>
          </p15:clr>
        </p15:guide>
        <p15:guide id="4" pos="5499">
          <p15:clr>
            <a:srgbClr val="FBAE40"/>
          </p15:clr>
        </p15:guide>
        <p15:guide id="5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6477557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AFBD-8268-6E4E-B726-58CFB1605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82312-3184-8349-A074-E375B37B5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512A5-A4BF-F04E-9728-A4BCE2E0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6AAA-2B22-9448-A19B-5118FC26E10B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1ACDA-90AD-DF4E-B1C9-3175F6A3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C3B2B-4BD8-8B4A-A487-317A7260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FC613-4EEB-CC4B-B0A4-9C18D7586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299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4694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8671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903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2114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9233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4737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462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3588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0285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1726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46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DA81FCAA-64D2-4A9C-B16E-9C4E3BB431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29748" y="3813288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03CDC117-35F2-47B2-85B2-29CB8EE7E0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748" y="4055931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Job Title to go here</a:t>
            </a:r>
            <a:endParaRPr lang="en-GB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00A15EA9-2372-4E06-83C2-1E13AB1FA6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19820" y="3578084"/>
            <a:ext cx="778554" cy="778959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20110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16279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448920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17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69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97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57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44568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7581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32383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208052121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894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9088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76501052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2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4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38445449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133044225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02251960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56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760677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546719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471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6365271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9766795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4958430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92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041270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3626589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6044672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9597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8959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582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450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033307"/>
            <a:ext cx="4489017" cy="398699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112322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244185"/>
            <a:ext cx="4489017" cy="39769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12050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319135"/>
            <a:ext cx="4489017" cy="38270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2272842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838703"/>
            <a:ext cx="5098087" cy="78790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8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2145526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44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Graphik" panose="020B0503030202060203" pitchFamily="34" charset="77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Graphik" panose="020B0503030202060203" pitchFamily="34" charset="77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179796"/>
            <a:ext cx="7200000" cy="49840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</p:spTree>
    <p:extLst>
      <p:ext uri="{BB962C8B-B14F-4D97-AF65-F5344CB8AC3E}">
        <p14:creationId xmlns:p14="http://schemas.microsoft.com/office/powerpoint/2010/main" val="11438017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  <p15:guide id="2" pos="2880">
          <p15:clr>
            <a:srgbClr val="C35EA4"/>
          </p15:clr>
        </p15:guide>
        <p15:guide id="3" orient="horz" pos="2707">
          <p15:clr>
            <a:srgbClr val="C35EA4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037347"/>
            <a:ext cx="7200000" cy="2783304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2469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332419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1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03511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78182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4563251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4855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Graphik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825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13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8589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6821285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71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1080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9">
            <a:extLst>
              <a:ext uri="{FF2B5EF4-FFF2-40B4-BE49-F238E27FC236}">
                <a16:creationId xmlns:a16="http://schemas.microsoft.com/office/drawing/2014/main" id="{DD3BC9E6-13A7-8817-A32A-4CC03E87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9475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0352A97-ED89-7C2F-0063-10DA374C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accent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832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72060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6919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8953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9.xml"/><Relationship Id="rId4" Type="http://schemas.openxmlformats.org/officeDocument/2006/relationships/slideLayout" Target="../slideLayouts/slideLayout30.xml"/><Relationship Id="rId5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45.xml"/><Relationship Id="rId20" Type="http://schemas.openxmlformats.org/officeDocument/2006/relationships/slideLayout" Target="../slideLayouts/slideLayout46.xml"/><Relationship Id="rId21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8.xml"/><Relationship Id="rId23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50.xml"/><Relationship Id="rId25" Type="http://schemas.openxmlformats.org/officeDocument/2006/relationships/slideLayout" Target="../slideLayouts/slideLayout51.xml"/><Relationship Id="rId26" Type="http://schemas.openxmlformats.org/officeDocument/2006/relationships/slideLayout" Target="../slideLayouts/slideLayout52.xml"/><Relationship Id="rId27" Type="http://schemas.openxmlformats.org/officeDocument/2006/relationships/slideLayout" Target="../slideLayouts/slideLayout53.xml"/><Relationship Id="rId28" Type="http://schemas.openxmlformats.org/officeDocument/2006/relationships/slideLayout" Target="../slideLayouts/slideLayout54.xml"/><Relationship Id="rId29" Type="http://schemas.openxmlformats.org/officeDocument/2006/relationships/slideLayout" Target="../slideLayouts/slideLayout55.xml"/><Relationship Id="rId30" Type="http://schemas.openxmlformats.org/officeDocument/2006/relationships/slideLayout" Target="../slideLayouts/slideLayout56.xml"/><Relationship Id="rId31" Type="http://schemas.openxmlformats.org/officeDocument/2006/relationships/slideLayout" Target="../slideLayouts/slideLayout57.xml"/><Relationship Id="rId32" Type="http://schemas.openxmlformats.org/officeDocument/2006/relationships/slideLayout" Target="../slideLayouts/slideLayout58.xml"/><Relationship Id="rId33" Type="http://schemas.openxmlformats.org/officeDocument/2006/relationships/slideLayout" Target="../slideLayouts/slideLayout59.xml"/><Relationship Id="rId34" Type="http://schemas.openxmlformats.org/officeDocument/2006/relationships/slideLayout" Target="../slideLayouts/slideLayout60.xml"/><Relationship Id="rId35" Type="http://schemas.openxmlformats.org/officeDocument/2006/relationships/slideLayout" Target="../slideLayouts/slideLayout61.xml"/><Relationship Id="rId36" Type="http://schemas.openxmlformats.org/officeDocument/2006/relationships/slideLayout" Target="../slideLayouts/slideLayout62.xml"/><Relationship Id="rId37" Type="http://schemas.openxmlformats.org/officeDocument/2006/relationships/slideLayout" Target="../slideLayouts/slideLayout63.xml"/><Relationship Id="rId38" Type="http://schemas.openxmlformats.org/officeDocument/2006/relationships/slideLayout" Target="../slideLayouts/slideLayout64.xml"/><Relationship Id="rId39" Type="http://schemas.openxmlformats.org/officeDocument/2006/relationships/slideLayout" Target="../slideLayouts/slideLayout65.xml"/><Relationship Id="rId40" Type="http://schemas.openxmlformats.org/officeDocument/2006/relationships/slideLayout" Target="../slideLayouts/slideLayout66.xml"/><Relationship Id="rId41" Type="http://schemas.openxmlformats.org/officeDocument/2006/relationships/slideLayout" Target="../slideLayouts/slideLayout67.xml"/><Relationship Id="rId42" Type="http://schemas.openxmlformats.org/officeDocument/2006/relationships/slideLayout" Target="../slideLayouts/slideLayout68.xml"/><Relationship Id="rId43" Type="http://schemas.openxmlformats.org/officeDocument/2006/relationships/slideLayout" Target="../slideLayouts/slideLayout69.xml"/><Relationship Id="rId44" Type="http://schemas.openxmlformats.org/officeDocument/2006/relationships/slideLayout" Target="../slideLayouts/slideLayout70.xml"/><Relationship Id="rId45" Type="http://schemas.openxmlformats.org/officeDocument/2006/relationships/slideLayout" Target="../slideLayouts/slideLayout71.xml"/><Relationship Id="rId46" Type="http://schemas.openxmlformats.org/officeDocument/2006/relationships/slideLayout" Target="../slideLayouts/slideLayout72.xml"/><Relationship Id="rId47" Type="http://schemas.openxmlformats.org/officeDocument/2006/relationships/slideLayout" Target="../slideLayouts/slideLayout73.xml"/><Relationship Id="rId48" Type="http://schemas.openxmlformats.org/officeDocument/2006/relationships/slideLayout" Target="../slideLayouts/slideLayout74.xml"/><Relationship Id="rId49" Type="http://schemas.openxmlformats.org/officeDocument/2006/relationships/slideLayout" Target="../slideLayouts/slideLayout75.xml"/><Relationship Id="rId50" Type="http://schemas.openxmlformats.org/officeDocument/2006/relationships/slideLayout" Target="../slideLayouts/slideLayout76.xml"/><Relationship Id="rId51" Type="http://schemas.openxmlformats.org/officeDocument/2006/relationships/slideLayout" Target="../slideLayouts/slideLayout77.xml"/><Relationship Id="rId52" Type="http://schemas.openxmlformats.org/officeDocument/2006/relationships/slideLayout" Target="../slideLayouts/slideLayout78.xml"/><Relationship Id="rId53" Type="http://schemas.openxmlformats.org/officeDocument/2006/relationships/slideLayout" Target="../slideLayouts/slideLayout79.xml"/><Relationship Id="rId54" Type="http://schemas.openxmlformats.org/officeDocument/2006/relationships/slideLayout" Target="../slideLayouts/slideLayout80.xml"/><Relationship Id="rId55" Type="http://schemas.openxmlformats.org/officeDocument/2006/relationships/slideLayout" Target="../slideLayouts/slideLayout81.xml"/><Relationship Id="rId56" Type="http://schemas.openxmlformats.org/officeDocument/2006/relationships/slideLayout" Target="../slideLayouts/slideLayout82.xml"/><Relationship Id="rId57" Type="http://schemas.openxmlformats.org/officeDocument/2006/relationships/slideLayout" Target="../slideLayouts/slideLayout83.xml"/><Relationship Id="rId58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357864" cy="43332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1" y="1371602"/>
            <a:ext cx="11357864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</p:spTree>
    <p:extLst>
      <p:ext uri="{BB962C8B-B14F-4D97-AF65-F5344CB8AC3E}">
        <p14:creationId xmlns:p14="http://schemas.microsoft.com/office/powerpoint/2010/main" val="315453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3" r:id="rId9"/>
  </p:sldLayoutIdLst>
  <p:hf sldNum="0" hdr="0" ftr="0" dt="0"/>
  <p:txStyles>
    <p:titleStyle>
      <a:lvl1pPr algn="l" defTabSz="731500" rtl="0" eaLnBrk="1" latinLnBrk="0" hangingPunct="1">
        <a:lnSpc>
          <a:spcPct val="80000"/>
        </a:lnSpc>
        <a:spcBef>
          <a:spcPct val="0"/>
        </a:spcBef>
        <a:buNone/>
        <a:defRPr sz="352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4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ClrTx/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365752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548626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4pPr>
      <a:lvl5pPr marL="731500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280" kern="1200">
          <a:solidFill>
            <a:schemeClr val="tx1"/>
          </a:solidFill>
          <a:latin typeface="+mn-lt"/>
          <a:ea typeface="+mn-ea"/>
          <a:cs typeface="+mn-cs"/>
        </a:defRPr>
      </a:lvl5pPr>
      <a:lvl6pPr marL="8891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Graphik" panose="020B0503030202060203" pitchFamily="34" charset="0"/>
        <a:buNone/>
        <a:tabLst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28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8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2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0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2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7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498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5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1">
          <p15:clr>
            <a:srgbClr val="5ACBF0"/>
          </p15:clr>
        </p15:guide>
        <p15:guide id="8" pos="435">
          <p15:clr>
            <a:srgbClr val="9FCC3B"/>
          </p15:clr>
        </p15:guide>
        <p15:guide id="9" pos="916">
          <p15:clr>
            <a:srgbClr val="C35EA4"/>
          </p15:clr>
        </p15:guide>
        <p15:guide id="10" pos="9392">
          <p15:clr>
            <a:srgbClr val="5ACBF0"/>
          </p15:clr>
        </p15:guide>
        <p15:guide id="11" pos="207">
          <p15:clr>
            <a:srgbClr val="5ACBF0"/>
          </p15:clr>
        </p15:guide>
        <p15:guide id="12" orient="horz" pos="4832">
          <p15:clr>
            <a:srgbClr val="5ACBF0"/>
          </p15:clr>
        </p15:guide>
        <p15:guide id="13" pos="9164">
          <p15:clr>
            <a:srgbClr val="9FCC3B"/>
          </p15:clr>
        </p15:guide>
        <p15:guide id="14" orient="horz" pos="401">
          <p15:clr>
            <a:srgbClr val="9FCC3B"/>
          </p15:clr>
        </p15:guide>
        <p15:guide id="15" orient="horz" pos="4622">
          <p15:clr>
            <a:srgbClr val="9FCC3B"/>
          </p15:clr>
        </p15:guide>
        <p15:guide id="16" orient="horz" pos="983">
          <p15:clr>
            <a:srgbClr val="A4A3A4"/>
          </p15:clr>
        </p15:guide>
        <p15:guide id="17" orient="horz" pos="4490">
          <p15:clr>
            <a:srgbClr val="A4A3A4"/>
          </p15:clr>
        </p15:guide>
        <p15:guide id="18" pos="8654">
          <p15:clr>
            <a:srgbClr val="C35EA4"/>
          </p15:clr>
        </p15:guide>
        <p15:guide id="19" orient="horz" pos="1351">
          <p15:clr>
            <a:srgbClr val="FDE53C"/>
          </p15:clr>
        </p15:guide>
        <p15:guide id="20" pos="8768">
          <p15:clr>
            <a:srgbClr val="F26B43"/>
          </p15:clr>
        </p15:guide>
        <p15:guide id="21" pos="8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898D3F2-5EC6-4985-85B5-4178882B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50E54BBC-E15F-4274-9991-03B6F5BA4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7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p:hf hd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212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  <p:sldLayoutId id="2147483747" r:id="rId34"/>
    <p:sldLayoutId id="2147483748" r:id="rId35"/>
    <p:sldLayoutId id="2147483749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0" r:id="rId47"/>
    <p:sldLayoutId id="2147483761" r:id="rId48"/>
    <p:sldLayoutId id="2147483762" r:id="rId49"/>
    <p:sldLayoutId id="2147483763" r:id="rId50"/>
    <p:sldLayoutId id="2147483764" r:id="rId51"/>
    <p:sldLayoutId id="2147483765" r:id="rId52"/>
    <p:sldLayoutId id="2147483766" r:id="rId53"/>
    <p:sldLayoutId id="2147483767" r:id="rId54"/>
    <p:sldLayoutId id="2147483768" r:id="rId55"/>
    <p:sldLayoutId id="2147483769" r:id="rId56"/>
    <p:sldLayoutId id="21474837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>
          <p15:clr>
            <a:srgbClr val="5ACBF0"/>
          </p15:clr>
        </p15:guide>
        <p15:guide id="8" pos="347">
          <p15:clr>
            <a:srgbClr val="9FCC3B"/>
          </p15:clr>
        </p15:guide>
        <p15:guide id="9" pos="733">
          <p15:clr>
            <a:srgbClr val="C35EA4"/>
          </p15:clr>
        </p15:guide>
        <p15:guide id="10" pos="7514">
          <p15:clr>
            <a:srgbClr val="5ACBF0"/>
          </p15:clr>
        </p15:guide>
        <p15:guide id="11" pos="166">
          <p15:clr>
            <a:srgbClr val="5ACBF0"/>
          </p15:clr>
        </p15:guide>
        <p15:guide id="12" orient="horz" pos="4156">
          <p15:clr>
            <a:srgbClr val="5ACBF0"/>
          </p15:clr>
        </p15:guide>
        <p15:guide id="13" pos="7333">
          <p15:clr>
            <a:srgbClr val="9FCC3B"/>
          </p15:clr>
        </p15:guide>
        <p15:guide id="14" orient="horz" pos="346">
          <p15:clr>
            <a:srgbClr val="9FCC3B"/>
          </p15:clr>
        </p15:guide>
        <p15:guide id="15" orient="horz" pos="3974">
          <p15:clr>
            <a:srgbClr val="9FCC3B"/>
          </p15:clr>
        </p15:guide>
        <p15:guide id="16" orient="horz" pos="845">
          <p15:clr>
            <a:srgbClr val="A4A3A4"/>
          </p15:clr>
        </p15:guide>
        <p15:guide id="17" orient="horz" pos="3861">
          <p15:clr>
            <a:srgbClr val="A4A3A4"/>
          </p15:clr>
        </p15:guide>
        <p15:guide id="18" pos="6924">
          <p15:clr>
            <a:srgbClr val="C35EA4"/>
          </p15:clr>
        </p15:guide>
        <p15:guide id="19" orient="horz" pos="1162">
          <p15:clr>
            <a:srgbClr val="FDE53C"/>
          </p15:clr>
        </p15:guide>
        <p15:guide id="20" pos="7015">
          <p15:clr>
            <a:srgbClr val="F26B43"/>
          </p15:clr>
        </p15:guide>
        <p15:guide id="21" pos="6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5.jpg"/><Relationship Id="rId4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jpe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F81C1D7-25E7-2AEA-5B9C-B4934B41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5BF95-9260-FF3E-8BA1-F61D8AD0F5C6}"/>
              </a:ext>
            </a:extLst>
          </p:cNvPr>
          <p:cNvSpPr txBox="1"/>
          <p:nvPr/>
        </p:nvSpPr>
        <p:spPr>
          <a:xfrm>
            <a:off x="2989992" y="5411118"/>
            <a:ext cx="6212017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ts val="37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 Semibold" panose="020B0503030202060203" pitchFamily="34" charset="77"/>
                <a:ea typeface="+mn-ea"/>
                <a:cs typeface="+mn-cs"/>
              </a:rPr>
              <a:t>AI reinvention made real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D2B6F5-4632-A6A7-D235-C4D1E256BD27}"/>
              </a:ext>
            </a:extLst>
          </p:cNvPr>
          <p:cNvSpPr/>
          <p:nvPr/>
        </p:nvSpPr>
        <p:spPr>
          <a:xfrm>
            <a:off x="3858744" y="5990476"/>
            <a:ext cx="4474512" cy="352647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 Regular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8F6C9-FCFE-86D4-8670-F533A4CE4650}"/>
              </a:ext>
            </a:extLst>
          </p:cNvPr>
          <p:cNvSpPr txBox="1"/>
          <p:nvPr/>
        </p:nvSpPr>
        <p:spPr>
          <a:xfrm>
            <a:off x="3858744" y="5972549"/>
            <a:ext cx="447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t>Accenture Innovation Challenge 2026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F1EFF8-B673-136C-4910-73D1BC9075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3" y="667062"/>
            <a:ext cx="1251231" cy="33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161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3E37827-E5D7-46FD-9143-ABFBF88A628E}"/>
              </a:ext>
            </a:extLst>
          </p:cNvPr>
          <p:cNvSpPr/>
          <p:nvPr/>
        </p:nvSpPr>
        <p:spPr>
          <a:xfrm>
            <a:off x="7385349" y="2505161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1E876B-A706-450C-8C34-951E6FA6C00F}"/>
              </a:ext>
            </a:extLst>
          </p:cNvPr>
          <p:cNvSpPr/>
          <p:nvPr/>
        </p:nvSpPr>
        <p:spPr>
          <a:xfrm>
            <a:off x="852718" y="2506579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0A31654-439B-4571-B7B1-2E29E58E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913" y="525056"/>
            <a:ext cx="11430000" cy="726439"/>
          </a:xfrm>
        </p:spPr>
        <p:txBody>
          <a:bodyPr/>
          <a:lstStyle/>
          <a:p>
            <a:r>
              <a:rPr lang="en-US" dirty="0"/>
              <a:t>Team details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58B87F-AD17-4B30-9FAA-C5C07FCFFE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6202" y="6519009"/>
            <a:ext cx="385711" cy="20637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alpha val="40000"/>
                  </a:srgb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alpha val="40000"/>
                </a:srgb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pic>
        <p:nvPicPr>
          <p:cNvPr id="23" name="Picture Placeholder 75">
            <a:extLst>
              <a:ext uri="{FF2B5EF4-FFF2-40B4-BE49-F238E27FC236}">
                <a16:creationId xmlns:a16="http://schemas.microsoft.com/office/drawing/2014/main" id="{8DF0ED10-FA32-47BA-8D4F-7620C7B46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636" y="2405772"/>
            <a:ext cx="1434218" cy="1471323"/>
          </a:xfrm>
          <a:prstGeom prst="rect">
            <a:avLst/>
          </a:prstGeom>
        </p:spPr>
      </p:pic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1D437424-4E2F-45EB-945E-4A07F8154854}"/>
              </a:ext>
            </a:extLst>
          </p:cNvPr>
          <p:cNvSpPr txBox="1">
            <a:spLocks/>
          </p:cNvSpPr>
          <p:nvPr/>
        </p:nvSpPr>
        <p:spPr>
          <a:xfrm>
            <a:off x="2637616" y="2098914"/>
            <a:ext cx="31770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2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Harsh Singh Baghel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13373B-BBFC-437A-A7F1-E5017F23DD33}"/>
              </a:ext>
            </a:extLst>
          </p:cNvPr>
          <p:cNvSpPr/>
          <p:nvPr/>
        </p:nvSpPr>
        <p:spPr>
          <a:xfrm>
            <a:off x="255634" y="6368280"/>
            <a:ext cx="670956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Graphik"/>
                <a:ea typeface="+mn-ea"/>
                <a:cs typeface="+mn-cs"/>
              </a:rPr>
              <a:t>All fields are mandatory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6E72D5-38A8-4FA5-9EBD-60021A357B2A}"/>
              </a:ext>
            </a:extLst>
          </p:cNvPr>
          <p:cNvSpPr/>
          <p:nvPr/>
        </p:nvSpPr>
        <p:spPr>
          <a:xfrm>
            <a:off x="852718" y="4463806"/>
            <a:ext cx="1481237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Photo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03A2336-9DAB-4FE3-86E5-A5694B473965}"/>
              </a:ext>
            </a:extLst>
          </p:cNvPr>
          <p:cNvCxnSpPr>
            <a:cxnSpLocks/>
          </p:cNvCxnSpPr>
          <p:nvPr/>
        </p:nvCxnSpPr>
        <p:spPr>
          <a:xfrm>
            <a:off x="6096000" y="1521230"/>
            <a:ext cx="0" cy="4523725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BAEA9-C010-474F-8C80-BD3D504C25C1}"/>
              </a:ext>
            </a:extLst>
          </p:cNvPr>
          <p:cNvCxnSpPr/>
          <p:nvPr/>
        </p:nvCxnSpPr>
        <p:spPr>
          <a:xfrm>
            <a:off x="2623232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Placeholder 27">
            <a:extLst>
              <a:ext uri="{FF2B5EF4-FFF2-40B4-BE49-F238E27FC236}">
                <a16:creationId xmlns:a16="http://schemas.microsoft.com/office/drawing/2014/main" id="{83134DD2-B1F2-44EA-BCAB-CB7F6D0B5057}"/>
              </a:ext>
            </a:extLst>
          </p:cNvPr>
          <p:cNvSpPr txBox="1">
            <a:spLocks/>
          </p:cNvSpPr>
          <p:nvPr/>
        </p:nvSpPr>
        <p:spPr>
          <a:xfrm>
            <a:off x="2751413" y="4203349"/>
            <a:ext cx="14747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2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latin typeface="Graphik"/>
              </a:rPr>
              <a:t>Rathod Rudra</a:t>
            </a:r>
            <a:endParaRPr kumimoji="0" lang="en-GB" sz="3600" b="1" i="0" u="none" strike="noStrike" kern="1200" cap="none" spc="0" normalizeH="0" baseline="0" noProof="0" dirty="0">
              <a:ln>
                <a:noFill/>
              </a:ln>
              <a:solidFill>
                <a:srgbClr val="A100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57CC230-E21C-4184-9D11-81950CC08A89}"/>
              </a:ext>
            </a:extLst>
          </p:cNvPr>
          <p:cNvCxnSpPr/>
          <p:nvPr/>
        </p:nvCxnSpPr>
        <p:spPr>
          <a:xfrm>
            <a:off x="2751413" y="5101825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Placeholder 75">
            <a:extLst>
              <a:ext uri="{FF2B5EF4-FFF2-40B4-BE49-F238E27FC236}">
                <a16:creationId xmlns:a16="http://schemas.microsoft.com/office/drawing/2014/main" id="{5E355391-27FE-4824-9548-B5688C3FCC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21998" y="2405772"/>
            <a:ext cx="1510522" cy="1471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7" name="Text Placeholder 27">
            <a:extLst>
              <a:ext uri="{FF2B5EF4-FFF2-40B4-BE49-F238E27FC236}">
                <a16:creationId xmlns:a16="http://schemas.microsoft.com/office/drawing/2014/main" id="{AB89B70E-DDF2-41D3-9411-6AA78204B1DA}"/>
              </a:ext>
            </a:extLst>
          </p:cNvPr>
          <p:cNvSpPr txBox="1">
            <a:spLocks/>
          </p:cNvSpPr>
          <p:nvPr/>
        </p:nvSpPr>
        <p:spPr>
          <a:xfrm>
            <a:off x="9165642" y="2199446"/>
            <a:ext cx="2283067" cy="710629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GB" sz="3300" dirty="0"/>
              <a:t>Dhruv Maheshwari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388F804-0525-4F8E-A5CE-A9E521C1E260}"/>
              </a:ext>
            </a:extLst>
          </p:cNvPr>
          <p:cNvCxnSpPr/>
          <p:nvPr/>
        </p:nvCxnSpPr>
        <p:spPr>
          <a:xfrm>
            <a:off x="9151259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2">
            <a:extLst>
              <a:ext uri="{FF2B5EF4-FFF2-40B4-BE49-F238E27FC236}">
                <a16:creationId xmlns:a16="http://schemas.microsoft.com/office/drawing/2014/main" id="{A29DB088-2EF4-4C53-A6E2-75C9C7F3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631207"/>
              </p:ext>
            </p:extLst>
          </p:nvPr>
        </p:nvGraphicFramePr>
        <p:xfrm>
          <a:off x="461913" y="1173024"/>
          <a:ext cx="11617737" cy="37845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4382355">
                  <a:extLst>
                    <a:ext uri="{9D8B030D-6E8A-4147-A177-3AD203B41FA5}">
                      <a16:colId xmlns:a16="http://schemas.microsoft.com/office/drawing/2014/main" val="129918070"/>
                    </a:ext>
                  </a:extLst>
                </a:gridCol>
                <a:gridCol w="7235382">
                  <a:extLst>
                    <a:ext uri="{9D8B030D-6E8A-4147-A177-3AD203B41FA5}">
                      <a16:colId xmlns:a16="http://schemas.microsoft.com/office/drawing/2014/main" val="1188269312"/>
                    </a:ext>
                  </a:extLst>
                </a:gridCol>
              </a:tblGrid>
              <a:tr h="37845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A100FF"/>
                          </a:solidFill>
                        </a:rPr>
                        <a:t>TEAM NAME:  Warriors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dirty="0">
                        <a:solidFill>
                          <a:srgbClr val="A100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51245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2218D32-4F17-4A5E-9BE4-29837BF54E70}"/>
              </a:ext>
            </a:extLst>
          </p:cNvPr>
          <p:cNvSpPr txBox="1"/>
          <p:nvPr/>
        </p:nvSpPr>
        <p:spPr>
          <a:xfrm>
            <a:off x="2623232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 IIT Patna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 Engineering Physics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 2028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9131AF-0078-459E-83A3-73A8BC9A11B8}"/>
              </a:ext>
            </a:extLst>
          </p:cNvPr>
          <p:cNvSpPr txBox="1"/>
          <p:nvPr/>
        </p:nvSpPr>
        <p:spPr>
          <a:xfrm>
            <a:off x="2637616" y="5236045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</a:rPr>
              <a:t>College: IIT Patna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</a:rPr>
              <a:t>Stream: Engineering Physics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</a:rPr>
              <a:t>Year of graduation: 2029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AF310E-EC91-4906-9FCC-95C833C3D011}"/>
              </a:ext>
            </a:extLst>
          </p:cNvPr>
          <p:cNvSpPr txBox="1"/>
          <p:nvPr/>
        </p:nvSpPr>
        <p:spPr>
          <a:xfrm>
            <a:off x="9122721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</a:rPr>
              <a:t>College: IIT Patna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</a:rPr>
              <a:t>Stream: Engineering Physics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</a:rPr>
              <a:t>Year of graduation: 2028</a:t>
            </a:r>
          </a:p>
        </p:txBody>
      </p:sp>
      <p:pic>
        <p:nvPicPr>
          <p:cNvPr id="2" name="Picture Placeholder 75">
            <a:extLst>
              <a:ext uri="{FF2B5EF4-FFF2-40B4-BE49-F238E27FC236}">
                <a16:creationId xmlns:a16="http://schemas.microsoft.com/office/drawing/2014/main" id="{5EAA4F6C-4EAD-B06C-205E-1229686679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636" y="4361533"/>
            <a:ext cx="1434218" cy="147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71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361458" y="386331"/>
            <a:ext cx="11282796" cy="470919"/>
          </a:xfrm>
          <a:solidFill>
            <a:srgbClr val="A100FF"/>
          </a:solidFill>
        </p:spPr>
        <p:txBody>
          <a:bodyPr>
            <a:norm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Describe the problem statement (200 words)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0352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The Operational &amp; Analytical Dilemma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F8FAFC"/>
                </a:solidFill>
              </a:rPr>
              <a:t>Static Dashboards Fail at 'Why': </a:t>
            </a:r>
            <a:r>
              <a:rPr sz="1300">
                <a:solidFill>
                  <a:srgbClr val="94A3B8"/>
                </a:solidFill>
              </a:rPr>
              <a:t>Modern dashboards report what happened with red alerts, but fail to explain why or what next. Leaders cannot differentiate internal warehouse glitches from macroeconomic market shocks.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F8FAFC"/>
                </a:solidFill>
              </a:rPr>
              <a:t>Manual Multi-Day Triage: </a:t>
            </a:r>
            <a:r>
              <a:rPr sz="1300">
                <a:solidFill>
                  <a:srgbClr val="94A3B8"/>
                </a:solidFill>
              </a:rPr>
              <a:t>Root cause isolation falls on human analysts spending 4 to 7 days manually writing SQL queries across ERP sales tables, web event logs, and support tickets.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37160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Three Critical Enterprise Bottlenecks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F8FAFC"/>
                </a:solidFill>
              </a:rPr>
              <a:t>1. Critical Latency: </a:t>
            </a:r>
            <a:r>
              <a:rPr sz="1300">
                <a:solidFill>
                  <a:srgbClr val="94A3B8"/>
                </a:solidFill>
              </a:rPr>
              <a:t>By the time manual root cause is diagnosed days later, customer churn and revenue loss become permanent.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F8FAFC"/>
                </a:solidFill>
              </a:rPr>
              <a:t>2. Severe Alert Fatigue: </a:t>
            </a:r>
            <a:r>
              <a:rPr sz="1300">
                <a:solidFill>
                  <a:srgbClr val="94A3B8"/>
                </a:solidFill>
              </a:rPr>
              <a:t>Dashboards trigger false alarms on normal cyclical/weekend swings because they lack statistical process control.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F8FAFC"/>
                </a:solidFill>
              </a:rPr>
              <a:t>3. AI Hallucination &amp; Data Leakage: </a:t>
            </a:r>
            <a:r>
              <a:rPr sz="1300">
                <a:solidFill>
                  <a:srgbClr val="94A3B8"/>
                </a:solidFill>
              </a:rPr>
              <a:t>Generic LLMs fabricate arithmetic calculations and risk exposing sensitive cost margins across internal roles.</a:t>
            </a:r>
          </a:p>
        </p:txBody>
      </p:sp>
    </p:spTree>
    <p:extLst>
      <p:ext uri="{BB962C8B-B14F-4D97-AF65-F5344CB8AC3E}">
        <p14:creationId xmlns:p14="http://schemas.microsoft.com/office/powerpoint/2010/main" val="969716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340961" y="342685"/>
            <a:ext cx="11282796" cy="423125"/>
          </a:xfrm>
          <a:solidFill>
            <a:srgbClr val="A100FF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Proposed solution (200 words) — Diagnostic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0352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1. Deterministic Non-LLM Math Core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F8FAFC"/>
                </a:solidFill>
              </a:rPr>
              <a:t>Statistical Process Control (SPC): </a:t>
            </a:r>
            <a:r>
              <a:rPr sz="1300">
                <a:solidFill>
                  <a:srgbClr val="94A3B8"/>
                </a:solidFill>
              </a:rPr>
              <a:t>Applies 28-day Day-of-Week normalized baseline with a &gt;2.5sigma threshold to filter normal seasonal variance from true anomalies with 0 LLM tokens.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F8FAFC"/>
                </a:solidFill>
              </a:rPr>
              <a:t>Exact 3-Factor Shapley Metric Tree: </a:t>
            </a:r>
            <a:r>
              <a:rPr sz="1300">
                <a:solidFill>
                  <a:srgbClr val="94A3B8"/>
                </a:solidFill>
              </a:rPr>
              <a:t>Mathematically decomposes revenue changes into Volume, Conversion Rate, and AOV with strict $0.00 residual error (|eps| &lt; 10^-12).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37160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2. Dual Diagnostic Intelligences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F8FAFC"/>
                </a:solidFill>
              </a:rPr>
              <a:t>Model 1 (Internal Operational Specialist): </a:t>
            </a:r>
            <a:r>
              <a:rPr sz="1300">
                <a:solidFill>
                  <a:srgbClr val="94A3B8"/>
                </a:solidFill>
              </a:rPr>
              <a:t>Operates on-premise over ERP staging queues and Jira tickets (JIRA-4819) to isolate internal backlogs with zero external data exposure.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F8FAFC"/>
                </a:solidFill>
              </a:rPr>
              <a:t>Model 2 (Live Global Sentinel): </a:t>
            </a:r>
            <a:r>
              <a:rPr sz="1300">
                <a:solidFill>
                  <a:srgbClr val="94A3B8"/>
                </a:solidFill>
              </a:rPr>
              <a:t>Ingests real-time external maritime feeds (MACRO-PORT-01) to quantify port congestion and external macro shocks invisible to internal logs.</a:t>
            </a:r>
          </a:p>
        </p:txBody>
      </p:sp>
    </p:spTree>
    <p:extLst>
      <p:ext uri="{BB962C8B-B14F-4D97-AF65-F5344CB8AC3E}">
        <p14:creationId xmlns:p14="http://schemas.microsoft.com/office/powerpoint/2010/main" val="2205980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8CF69-3B38-8F7E-8355-6FB19B15D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3">
            <a:extLst>
              <a:ext uri="{FF2B5EF4-FFF2-40B4-BE49-F238E27FC236}">
                <a16:creationId xmlns:a16="http://schemas.microsoft.com/office/drawing/2014/main" id="{3CD560F5-3170-FA9D-6A82-64F26ABB6399}"/>
              </a:ext>
            </a:extLst>
          </p:cNvPr>
          <p:cNvSpPr txBox="1">
            <a:spLocks/>
          </p:cNvSpPr>
          <p:nvPr/>
        </p:nvSpPr>
        <p:spPr>
          <a:xfrm>
            <a:off x="340961" y="342685"/>
            <a:ext cx="11282796" cy="423125"/>
          </a:xfrm>
          <a:prstGeom prst="rect">
            <a:avLst/>
          </a:prstGeom>
          <a:solidFill>
            <a:srgbClr val="A100FF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 sz="2200" b="1">
                <a:solidFill>
                  <a:srgbClr val="F8FAFC"/>
                </a:solidFill>
              </a:defRPr>
            </a:pPr>
            <a:r>
              <a:t>Proposed solution (200 words) — Simulation &amp; 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188720"/>
            <a:ext cx="530352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3. Model 3: Prescriptive &amp; ROI Simulator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F8FAFC"/>
                </a:solidFill>
              </a:rPr>
              <a:t>Attribution Synthesis: </a:t>
            </a:r>
            <a:r>
              <a:rPr sz="1300">
                <a:solidFill>
                  <a:srgbClr val="94A3B8"/>
                </a:solidFill>
              </a:rPr>
              <a:t>Reconciles Model 1 and Model 2 findings into exact causal attribution shares (e.g. 70% port strike + 30% warehouse backlog).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F8FAFC"/>
                </a:solidFill>
              </a:rPr>
              <a:t>Pre-Action Outcome Simulation: </a:t>
            </a:r>
            <a:r>
              <a:rPr sz="1300">
                <a:solidFill>
                  <a:srgbClr val="94A3B8"/>
                </a:solidFill>
              </a:rPr>
              <a:t>Forecasts 30/60/90-day recovery curves across Status Quo vs Prescribed Recovery (4.2x projected ROI) before spending capital.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F8FAFC"/>
                </a:solidFill>
              </a:rPr>
              <a:t>Dynamic Executive Controls: </a:t>
            </a:r>
            <a:r>
              <a:rPr sz="1300">
                <a:solidFill>
                  <a:srgbClr val="94A3B8"/>
                </a:solidFill>
              </a:rPr>
              <a:t>Sliders for remediation budget cap ($45k) and policy overrides instantly recalculate trajectory outcomes in real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39496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4. AI Safety &amp; Governed Security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F8FAFC"/>
                </a:solidFill>
              </a:rPr>
              <a:t>Explicit Abstention Protocol: </a:t>
            </a:r>
            <a:r>
              <a:rPr sz="1300">
                <a:solidFill>
                  <a:srgbClr val="94A3B8"/>
                </a:solidFill>
              </a:rPr>
              <a:t>When evidence confidence delta is &lt;25%, the engine halts high-capital interventions and prescribes low-cost canary validation tests ($150 / 2 hours).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F8FAFC"/>
                </a:solidFill>
              </a:rPr>
              <a:t>Persona Tailoring &amp; RBAC: </a:t>
            </a:r>
            <a:r>
              <a:rPr sz="1300">
                <a:solidFill>
                  <a:srgbClr val="94A3B8"/>
                </a:solidFill>
              </a:rPr>
              <a:t>Delivers strategic briefs for Executives while generating tactical SOPs and redacting confidential unit COGS and margins for Operations Analysts.</a:t>
            </a:r>
          </a:p>
        </p:txBody>
      </p:sp>
    </p:spTree>
    <p:extLst>
      <p:ext uri="{BB962C8B-B14F-4D97-AF65-F5344CB8AC3E}">
        <p14:creationId xmlns:p14="http://schemas.microsoft.com/office/powerpoint/2010/main" val="1586737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DCA-E252-45B6-8790-F0CA74EA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5190523" cy="984885"/>
          </a:xfrm>
        </p:spPr>
        <p:txBody>
          <a:bodyPr/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Delivered Working Prototype &amp; Verification Highlights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39496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Interactive Decision Workspace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t>Live Python + Streamlit application with scenario selector, persona switcher, Plotly SPC control charts, and 30/60/90-day trajectory curves.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39496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93 / 93 Automated Passing Tests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t>Comprehensive test suite verifying zero residual error (|eps| &lt; 10^-12), zero LLM math tokens, and end-to-end scenario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57600"/>
            <a:ext cx="539496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All 4 Required Scenarios Covered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t>1. Multi-factor compound drop (70/30)</a:t>
            </a:r>
            <a:br/>
            <a:r>
              <a:t>2. Low-confidence ambiguity with canary tests</a:t>
            </a:r>
            <a:br/>
            <a:r>
              <a:t>3. Sparse-history cold start launch</a:t>
            </a:r>
            <a:br/>
            <a:r>
              <a:t>4. Role-based data masking.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39496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7947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Pluggable &amp; Secure Architecture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</a:defRPr>
            </a:pPr>
            <a:r>
              <a:t>Instant toggle between live API providers (Gemini, OpenAI, Ollama) and offline deterministic fallback (&lt;5ms latency, $0.00 cost).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Team: Warriors (IIT Patna) — Harsh Singh Baghel, Rathod Rudra, Dhruv Maheshwari</a:t>
            </a:r>
          </a:p>
        </p:txBody>
      </p:sp>
    </p:spTree>
    <p:extLst>
      <p:ext uri="{BB962C8B-B14F-4D97-AF65-F5344CB8AC3E}">
        <p14:creationId xmlns:p14="http://schemas.microsoft.com/office/powerpoint/2010/main" val="1583931614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Custom 20">
      <a:dk1>
        <a:srgbClr val="000000"/>
      </a:dk1>
      <a:lt1>
        <a:srgbClr val="FFFFFF"/>
      </a:lt1>
      <a:dk2>
        <a:srgbClr val="450073"/>
      </a:dk2>
      <a:lt2>
        <a:srgbClr val="A000FF"/>
      </a:lt2>
      <a:accent1>
        <a:srgbClr val="7400C0"/>
      </a:accent1>
      <a:accent2>
        <a:srgbClr val="C1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000FF"/>
      </a:hlink>
      <a:folHlink>
        <a:srgbClr val="74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Graphik_v19_AccessibilityFixes.pptx" id="{6C590743-EE6F-704D-9B30-76795EFC297C}" vid="{E566E052-0B33-5E4D-99EA-EFC16BC751F1}"/>
    </a:ext>
  </a:extLst>
</a:theme>
</file>

<file path=ppt/theme/theme2.xml><?xml version="1.0" encoding="utf-8"?>
<a:theme xmlns:a="http://schemas.openxmlformats.org/drawingml/2006/main" name="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3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4.xml><?xml version="1.0" encoding="utf-8"?>
<a:theme xmlns:a="http://schemas.openxmlformats.org/drawingml/2006/main" name="1_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Graphik_v22_Accessibility" id="{B24F0E14-DE31-5248-A702-F861AB2F5F31}" vid="{E2D4869B-0EAF-0144-9FC0-81C17233BA3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747</Words>
  <Application>Microsoft Office PowerPoint</Application>
  <PresentationFormat>Widescreen</PresentationFormat>
  <Paragraphs>49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Graphik</vt:lpstr>
      <vt:lpstr>Graphik Black</vt:lpstr>
      <vt:lpstr>Graphik Extralight</vt:lpstr>
      <vt:lpstr>Graphik Medium</vt:lpstr>
      <vt:lpstr>Graphik Regular</vt:lpstr>
      <vt:lpstr>Graphik Semibold</vt:lpstr>
      <vt:lpstr>Graphik-Semibold</vt:lpstr>
      <vt:lpstr>GT Sectra Fine Rg</vt:lpstr>
      <vt:lpstr>System Font</vt:lpstr>
      <vt:lpstr>Wingdings</vt:lpstr>
      <vt:lpstr>Accenture 2025</vt:lpstr>
      <vt:lpstr>Titles</vt:lpstr>
      <vt:lpstr>1_Office Theme</vt:lpstr>
      <vt:lpstr>1_Accenture 2025</vt:lpstr>
      <vt:lpstr>PowerPoint Presentation</vt:lpstr>
      <vt:lpstr>Team details</vt:lpstr>
      <vt:lpstr>Describe the problem statement (200 words)</vt:lpstr>
      <vt:lpstr>Proposed solution (200 words)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Tolentino, Ma. Antonette</dc:creator>
  <cp:lastModifiedBy>the last</cp:lastModifiedBy>
  <cp:revision>7</cp:revision>
  <dcterms:created xsi:type="dcterms:W3CDTF">2026-07-24T04:09:52Z</dcterms:created>
  <dcterms:modified xsi:type="dcterms:W3CDTF">2026-08-16T11:40:30Z</dcterms:modified>
</cp:coreProperties>
</file>